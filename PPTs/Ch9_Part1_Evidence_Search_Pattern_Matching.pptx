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notesSlides/notesSlide10.xml" ContentType="application/vnd.openxmlformats-officedocument.presentationml.notesSlide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notesSlides/notesSlide11.xml" ContentType="application/vnd.openxmlformats-officedocument.presentationml.notesSlide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notesSlides/notesSlide15.xml" ContentType="application/vnd.openxmlformats-officedocument.presentationml.notesSlide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notesSlides/notesSlide16.xml" ContentType="application/vnd.openxmlformats-officedocument.presentationml.notesSlide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ink/ink138.xml" ContentType="application/inkml+xml"/>
  <Override PartName="/ppt/ink/ink139.xml" ContentType="application/inkml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9"/>
  </p:notesMasterIdLst>
  <p:sldIdLst>
    <p:sldId id="256" r:id="rId2"/>
    <p:sldId id="575" r:id="rId3"/>
    <p:sldId id="574" r:id="rId4"/>
    <p:sldId id="512" r:id="rId5"/>
    <p:sldId id="514" r:id="rId6"/>
    <p:sldId id="519" r:id="rId7"/>
    <p:sldId id="576" r:id="rId8"/>
    <p:sldId id="577" r:id="rId9"/>
    <p:sldId id="513" r:id="rId10"/>
    <p:sldId id="515" r:id="rId11"/>
    <p:sldId id="520" r:id="rId12"/>
    <p:sldId id="517" r:id="rId13"/>
    <p:sldId id="578" r:id="rId14"/>
    <p:sldId id="528" r:id="rId15"/>
    <p:sldId id="518" r:id="rId16"/>
    <p:sldId id="538" r:id="rId17"/>
    <p:sldId id="570" r:id="rId18"/>
    <p:sldId id="539" r:id="rId19"/>
    <p:sldId id="540" r:id="rId20"/>
    <p:sldId id="521" r:id="rId21"/>
    <p:sldId id="573" r:id="rId22"/>
    <p:sldId id="579" r:id="rId23"/>
    <p:sldId id="522" r:id="rId24"/>
    <p:sldId id="523" r:id="rId25"/>
    <p:sldId id="524" r:id="rId26"/>
    <p:sldId id="527" r:id="rId27"/>
    <p:sldId id="525" r:id="rId28"/>
    <p:sldId id="580" r:id="rId29"/>
    <p:sldId id="526" r:id="rId30"/>
    <p:sldId id="529" r:id="rId31"/>
    <p:sldId id="530" r:id="rId32"/>
    <p:sldId id="531" r:id="rId33"/>
    <p:sldId id="532" r:id="rId34"/>
    <p:sldId id="533" r:id="rId35"/>
    <p:sldId id="534" r:id="rId36"/>
    <p:sldId id="537" r:id="rId37"/>
    <p:sldId id="535" r:id="rId38"/>
    <p:sldId id="541" r:id="rId39"/>
    <p:sldId id="542" r:id="rId40"/>
    <p:sldId id="536" r:id="rId41"/>
    <p:sldId id="581" r:id="rId42"/>
    <p:sldId id="543" r:id="rId43"/>
    <p:sldId id="545" r:id="rId44"/>
    <p:sldId id="560" r:id="rId45"/>
    <p:sldId id="552" r:id="rId46"/>
    <p:sldId id="544" r:id="rId47"/>
    <p:sldId id="546" r:id="rId48"/>
    <p:sldId id="549" r:id="rId49"/>
    <p:sldId id="553" r:id="rId50"/>
    <p:sldId id="565" r:id="rId51"/>
    <p:sldId id="567" r:id="rId52"/>
    <p:sldId id="566" r:id="rId53"/>
    <p:sldId id="568" r:id="rId54"/>
    <p:sldId id="582" r:id="rId55"/>
    <p:sldId id="554" r:id="rId56"/>
    <p:sldId id="555" r:id="rId57"/>
    <p:sldId id="557" r:id="rId58"/>
    <p:sldId id="556" r:id="rId59"/>
    <p:sldId id="558" r:id="rId60"/>
    <p:sldId id="559" r:id="rId61"/>
    <p:sldId id="561" r:id="rId62"/>
    <p:sldId id="562" r:id="rId63"/>
    <p:sldId id="563" r:id="rId64"/>
    <p:sldId id="564" r:id="rId65"/>
    <p:sldId id="516" r:id="rId66"/>
    <p:sldId id="571" r:id="rId67"/>
    <p:sldId id="572" r:id="rId6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C5A6"/>
    <a:srgbClr val="FF9B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F165EC-E467-4DB8-9D65-6E59DABA1DEB}" v="2" dt="2026-03-09T13:47:31.9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0" autoAdjust="0"/>
    <p:restoredTop sz="87123" autoAdjust="0"/>
  </p:normalViewPr>
  <p:slideViewPr>
    <p:cSldViewPr snapToGrid="0">
      <p:cViewPr varScale="1">
        <p:scale>
          <a:sx n="98" d="100"/>
          <a:sy n="98" d="100"/>
        </p:scale>
        <p:origin x="590" y="58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75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ifeng Xu" userId="e7aed605-a3dd-4d5a-a692-a87037af107b" providerId="ADAL" clId="{F99F8FFF-BA20-43EA-924B-4DF5D2A785F3}"/>
    <pc:docChg chg="undo custSel addSld modSld">
      <pc:chgData name="Weifeng Xu" userId="e7aed605-a3dd-4d5a-a692-a87037af107b" providerId="ADAL" clId="{F99F8FFF-BA20-43EA-924B-4DF5D2A785F3}" dt="2026-03-09T13:47:36.946" v="79" actId="26606"/>
      <pc:docMkLst>
        <pc:docMk/>
      </pc:docMkLst>
      <pc:sldChg chg="addSp delSp modSp mod">
        <pc:chgData name="Weifeng Xu" userId="e7aed605-a3dd-4d5a-a692-a87037af107b" providerId="ADAL" clId="{F99F8FFF-BA20-43EA-924B-4DF5D2A785F3}" dt="2026-03-01T14:11:34.151" v="72"/>
        <pc:sldMkLst>
          <pc:docMk/>
          <pc:sldMk cId="784832419" sldId="537"/>
        </pc:sldMkLst>
        <pc:spChg chg="mod">
          <ac:chgData name="Weifeng Xu" userId="e7aed605-a3dd-4d5a-a692-a87037af107b" providerId="ADAL" clId="{F99F8FFF-BA20-43EA-924B-4DF5D2A785F3}" dt="2026-03-01T14:09:36.386" v="62" actId="6549"/>
          <ac:spMkLst>
            <pc:docMk/>
            <pc:sldMk cId="784832419" sldId="537"/>
            <ac:spMk id="5" creationId="{EEE08EA3-BB70-4BE6-92FE-CC68D399B25B}"/>
          </ac:spMkLst>
        </pc:spChg>
        <pc:grpChg chg="mod">
          <ac:chgData name="Weifeng Xu" userId="e7aed605-a3dd-4d5a-a692-a87037af107b" providerId="ADAL" clId="{F99F8FFF-BA20-43EA-924B-4DF5D2A785F3}" dt="2026-03-01T14:11:28.165" v="69"/>
          <ac:grpSpMkLst>
            <pc:docMk/>
            <pc:sldMk cId="784832419" sldId="537"/>
            <ac:grpSpMk id="11" creationId="{759F758F-E9E8-1DEE-FD01-3E290F9FD20C}"/>
          </ac:grpSpMkLst>
        </pc:grpChg>
        <pc:grpChg chg="mod">
          <ac:chgData name="Weifeng Xu" userId="e7aed605-a3dd-4d5a-a692-a87037af107b" providerId="ADAL" clId="{F99F8FFF-BA20-43EA-924B-4DF5D2A785F3}" dt="2026-03-01T14:11:34.151" v="72"/>
          <ac:grpSpMkLst>
            <pc:docMk/>
            <pc:sldMk cId="784832419" sldId="537"/>
            <ac:grpSpMk id="14" creationId="{8D6796AE-75D5-2B93-2A71-92EF768CCAAE}"/>
          </ac:grpSpMkLst>
        </pc:grpChg>
        <pc:inkChg chg="add">
          <ac:chgData name="Weifeng Xu" userId="e7aed605-a3dd-4d5a-a692-a87037af107b" providerId="ADAL" clId="{F99F8FFF-BA20-43EA-924B-4DF5D2A785F3}" dt="2026-03-01T14:11:06.739" v="64"/>
          <ac:inkMkLst>
            <pc:docMk/>
            <pc:sldMk cId="784832419" sldId="537"/>
            <ac:inkMk id="6" creationId="{4C526497-67FC-9D59-34BE-52EF89559613}"/>
          </ac:inkMkLst>
        </pc:inkChg>
        <pc:inkChg chg="add mod">
          <ac:chgData name="Weifeng Xu" userId="e7aed605-a3dd-4d5a-a692-a87037af107b" providerId="ADAL" clId="{F99F8FFF-BA20-43EA-924B-4DF5D2A785F3}" dt="2026-03-01T14:11:28.165" v="69"/>
          <ac:inkMkLst>
            <pc:docMk/>
            <pc:sldMk cId="784832419" sldId="537"/>
            <ac:inkMk id="9" creationId="{871BA5C4-426F-2671-568A-FAFB393CAAE2}"/>
          </ac:inkMkLst>
        </pc:inkChg>
        <pc:inkChg chg="add mod">
          <ac:chgData name="Weifeng Xu" userId="e7aed605-a3dd-4d5a-a692-a87037af107b" providerId="ADAL" clId="{F99F8FFF-BA20-43EA-924B-4DF5D2A785F3}" dt="2026-03-01T14:11:28.165" v="69"/>
          <ac:inkMkLst>
            <pc:docMk/>
            <pc:sldMk cId="784832419" sldId="537"/>
            <ac:inkMk id="10" creationId="{28DCF92C-49F6-870D-FD79-C382F702435F}"/>
          </ac:inkMkLst>
        </pc:inkChg>
        <pc:inkChg chg="add mod">
          <ac:chgData name="Weifeng Xu" userId="e7aed605-a3dd-4d5a-a692-a87037af107b" providerId="ADAL" clId="{F99F8FFF-BA20-43EA-924B-4DF5D2A785F3}" dt="2026-03-01T14:11:34.151" v="72"/>
          <ac:inkMkLst>
            <pc:docMk/>
            <pc:sldMk cId="784832419" sldId="537"/>
            <ac:inkMk id="12" creationId="{9CB6AB6F-5718-78D6-CA96-0328DA487BCA}"/>
          </ac:inkMkLst>
        </pc:inkChg>
        <pc:inkChg chg="add mod">
          <ac:chgData name="Weifeng Xu" userId="e7aed605-a3dd-4d5a-a692-a87037af107b" providerId="ADAL" clId="{F99F8FFF-BA20-43EA-924B-4DF5D2A785F3}" dt="2026-03-01T14:11:34.151" v="72"/>
          <ac:inkMkLst>
            <pc:docMk/>
            <pc:sldMk cId="784832419" sldId="537"/>
            <ac:inkMk id="13" creationId="{8C9F7AAD-A240-284D-619D-93F4A62247A9}"/>
          </ac:inkMkLst>
        </pc:inkChg>
      </pc:sldChg>
      <pc:sldChg chg="addSp delSp modSp new mod modClrScheme chgLayout">
        <pc:chgData name="Weifeng Xu" userId="e7aed605-a3dd-4d5a-a692-a87037af107b" providerId="ADAL" clId="{F99F8FFF-BA20-43EA-924B-4DF5D2A785F3}" dt="2026-03-09T13:47:36.946" v="79" actId="26606"/>
        <pc:sldMkLst>
          <pc:docMk/>
          <pc:sldMk cId="453512982" sldId="574"/>
        </pc:sldMkLst>
        <pc:spChg chg="del">
          <ac:chgData name="Weifeng Xu" userId="e7aed605-a3dd-4d5a-a692-a87037af107b" providerId="ADAL" clId="{F99F8FFF-BA20-43EA-924B-4DF5D2A785F3}" dt="2026-03-09T13:47:21.129" v="74" actId="700"/>
          <ac:spMkLst>
            <pc:docMk/>
            <pc:sldMk cId="453512982" sldId="574"/>
            <ac:spMk id="2" creationId="{378ECE3C-DC26-8501-3EA3-3749A119BD06}"/>
          </ac:spMkLst>
        </pc:spChg>
        <pc:spChg chg="del">
          <ac:chgData name="Weifeng Xu" userId="e7aed605-a3dd-4d5a-a692-a87037af107b" providerId="ADAL" clId="{F99F8FFF-BA20-43EA-924B-4DF5D2A785F3}" dt="2026-03-09T13:47:21.129" v="74" actId="700"/>
          <ac:spMkLst>
            <pc:docMk/>
            <pc:sldMk cId="453512982" sldId="574"/>
            <ac:spMk id="3" creationId="{B44EEFEE-4DD5-9995-A829-8981ECDCE5A6}"/>
          </ac:spMkLst>
        </pc:spChg>
        <pc:spChg chg="add del">
          <ac:chgData name="Weifeng Xu" userId="e7aed605-a3dd-4d5a-a692-a87037af107b" providerId="ADAL" clId="{F99F8FFF-BA20-43EA-924B-4DF5D2A785F3}" dt="2026-03-09T13:47:23.325" v="76" actId="22"/>
          <ac:spMkLst>
            <pc:docMk/>
            <pc:sldMk cId="453512982" sldId="574"/>
            <ac:spMk id="5" creationId="{E51F9882-CB27-6F7C-0655-8413E02D1BD0}"/>
          </ac:spMkLst>
        </pc:spChg>
        <pc:spChg chg="add ord">
          <ac:chgData name="Weifeng Xu" userId="e7aed605-a3dd-4d5a-a692-a87037af107b" providerId="ADAL" clId="{F99F8FFF-BA20-43EA-924B-4DF5D2A785F3}" dt="2026-03-09T13:47:36.946" v="79" actId="26606"/>
          <ac:spMkLst>
            <pc:docMk/>
            <pc:sldMk cId="453512982" sldId="574"/>
            <ac:spMk id="6" creationId="{B6509EC2-ADA9-388E-B527-02DE4FC365A8}"/>
          </ac:spMkLst>
        </pc:spChg>
        <pc:picChg chg="add mod">
          <ac:chgData name="Weifeng Xu" userId="e7aed605-a3dd-4d5a-a692-a87037af107b" providerId="ADAL" clId="{F99F8FFF-BA20-43EA-924B-4DF5D2A785F3}" dt="2026-03-09T13:47:36.946" v="79" actId="26606"/>
          <ac:picMkLst>
            <pc:docMk/>
            <pc:sldMk cId="453512982" sldId="574"/>
            <ac:picMk id="7" creationId="{95704A0B-9087-526B-D473-7F87284E9F3D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14.5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734 1 24575,'0'18'0,"0"0"0,-6 28 0,5-40 0,0 0 0,-1 0 0,0 0 0,0 0 0,-1-1 0,1 1 0,-1 0 0,0-1 0,-1 0 0,1 0 0,-6 6 0,-2 0 0,0 0 0,1 1 0,0 0 0,1 1 0,1 0 0,0 0 0,0 1 0,1 0 0,1 0 0,-5 16 0,-3 23 0,-3-2 0,-2 0 0,-50 93 0,-32 27 0,-59 54 0,150-210 0,5-7 0,-1 0 0,0 0 0,0 0 0,-1-1 0,0 0 0,0 0 0,0 0 0,-1-1 0,0-1 0,-12 7 0,-78 52-1365,79-55-5461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16.6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24575,'8'0'0,"-1"1"0,1 0 0,-1 1 0,1 0 0,-1 0 0,0 1 0,0-1 0,0 1 0,0 1 0,10 6 0,-2 0 0,0 1 0,0 1 0,14 15 0,-19-16 0,-1 0 0,-1 1 0,9 14 0,22 29 0,71 56 0,-50-53 0,-24-13 0,-31-36 0,1-1 0,1 0 0,0 0 0,0-1 0,0 1 0,10 6 0,-6-5 0,0 0 0,-1 2 0,0-1 0,-1 1 0,9 13 0,19 20 0,-32-37 0,0 0 0,0 0 0,-1 0 0,7 15 0,-8-15 0,1 0 0,0 0 0,0 0 0,0-1 0,1 0 0,7 8 0,96 75 0,-29-27-1365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4.6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734 1 24575,'0'18'0,"0"0"0,-6 28 0,5-40 0,0 0 0,-1 0 0,0 0 0,0 0 0,-1-1 0,1 1 0,-1 0 0,0-1 0,-1 0 0,1 0 0,-6 6 0,-2 0 0,0 0 0,1 1 0,0 0 0,1 1 0,1 0 0,0 0 0,0 1 0,1 0 0,1 0 0,-5 16 0,-3 23 0,-3-2 0,-2 0 0,-50 93 0,-32 27 0,-59 54 0,150-210 0,5-7 0,-1 0 0,0 0 0,0 0 0,-1-1 0,0 0 0,0 0 0,0 0 0,-1-1 0,0-1 0,-12 7 0,-78 52-1365,79-55-5461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4.6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24575,'8'0'0,"-1"1"0,1 0 0,-1 1 0,1 0 0,-1 0 0,0 1 0,0-1 0,0 1 0,0 1 0,10 6 0,-2 0 0,0 1 0,0 1 0,14 15 0,-19-16 0,-1 0 0,-1 1 0,9 14 0,22 29 0,71 56 0,-50-53 0,-24-13 0,-31-36 0,1-1 0,1 0 0,0 0 0,0-1 0,0 1 0,10 6 0,-6-5 0,0 0 0,-1 2 0,0-1 0,-1 1 0,9 13 0,19 20 0,-32-37 0,0 0 0,0 0 0,-1 0 0,7 15 0,-8-15 0,1 0 0,0 0 0,0 0 0,0-1 0,1 0 0,7 8 0,96 75 0,-29-27-1365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4.8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734 1 24575,'0'18'0,"0"0"0,-6 28 0,5-40 0,0 0 0,-1 0 0,0 0 0,0 0 0,-1-1 0,1 1 0,-1 0 0,0-1 0,-1 0 0,1 0 0,-6 6 0,-2 0 0,0 0 0,1 1 0,0 0 0,1 1 0,1 0 0,0 0 0,0 1 0,1 0 0,1 0 0,-5 16 0,-3 23 0,-3-2 0,-2 0 0,-50 93 0,-32 27 0,-59 54 0,150-210 0,5-7 0,-1 0 0,0 0 0,0 0 0,-1-1 0,0 0 0,0 0 0,0 0 0,-1-1 0,0-1 0,-12 7 0,-78 52-1365,79-55-5461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4.8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24575,'8'0'0,"-1"1"0,1 0 0,-1 1 0,1 0 0,-1 0 0,0 1 0,0-1 0,0 1 0,0 1 0,10 6 0,-2 0 0,0 1 0,0 1 0,14 15 0,-19-16 0,-1 0 0,-1 1 0,9 14 0,22 29 0,71 56 0,-50-53 0,-24-13 0,-31-36 0,1-1 0,1 0 0,0 0 0,0-1 0,0 1 0,10 6 0,-6-5 0,0 0 0,-1 2 0,0-1 0,-1 1 0,9 13 0,19 20 0,-32-37 0,0 0 0,0 0 0,-1 0 0,7 15 0,-8-15 0,1 0 0,0 0 0,0 0 0,0-1 0,1 0 0,7 8 0,96 75 0,-29-27-1365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5.0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734 1 24575,'0'18'0,"0"0"0,-6 28 0,5-40 0,0 0 0,-1 0 0,0 0 0,0 0 0,-1-1 0,1 1 0,-1 0 0,0-1 0,-1 0 0,1 0 0,-6 6 0,-2 0 0,0 0 0,1 1 0,0 0 0,1 1 0,1 0 0,0 0 0,0 1 0,1 0 0,1 0 0,-5 16 0,-3 23 0,-3-2 0,-2 0 0,-50 93 0,-32 27 0,-59 54 0,150-210 0,5-7 0,-1 0 0,0 0 0,0 0 0,-1-1 0,0 0 0,0 0 0,0 0 0,-1-1 0,0-1 0,-12 7 0,-78 52-1365,79-55-5461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5.0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24575,'8'0'0,"-1"1"0,1 0 0,-1 1 0,1 0 0,-1 0 0,0 1 0,0-1 0,0 1 0,0 1 0,10 6 0,-2 0 0,0 1 0,0 1 0,14 15 0,-19-16 0,-1 0 0,-1 1 0,9 14 0,22 29 0,71 56 0,-50-53 0,-24-13 0,-31-36 0,1-1 0,1 0 0,0 0 0,0-1 0,0 1 0,10 6 0,-6-5 0,0 0 0,-1 2 0,0-1 0,-1 1 0,9 13 0,19 20 0,-32-37 0,0 0 0,0 0 0,-1 0 0,7 15 0,-8-15 0,1 0 0,0 0 0,0 0 0,0-1 0,1 0 0,7 8 0,96 75 0,-29-27-1365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5.2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734 1 24575,'0'18'0,"0"0"0,-6 28 0,5-40 0,0 0 0,-1 0 0,0 0 0,0 0 0,-1-1 0,1 1 0,-1 0 0,0-1 0,-1 0 0,1 0 0,-6 6 0,-2 0 0,0 0 0,1 1 0,0 0 0,1 1 0,1 0 0,0 0 0,0 1 0,1 0 0,1 0 0,-5 16 0,-3 23 0,-3-2 0,-2 0 0,-50 93 0,-32 27 0,-59 54 0,150-210 0,5-7 0,-1 0 0,0 0 0,0 0 0,-1-1 0,0 0 0,0 0 0,0 0 0,-1-1 0,0-1 0,-12 7 0,-78 52-1365,79-55-5461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5.2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24575,'8'0'0,"-1"1"0,1 0 0,-1 1 0,1 0 0,-1 0 0,0 1 0,0-1 0,0 1 0,0 1 0,10 6 0,-2 0 0,0 1 0,0 1 0,14 15 0,-19-16 0,-1 0 0,-1 1 0,9 14 0,22 29 0,71 56 0,-50-53 0,-24-13 0,-31-36 0,1-1 0,1 0 0,0 0 0,0-1 0,0 1 0,10 6 0,-6-5 0,0 0 0,-1 2 0,0-1 0,-1 1 0,9 13 0,19 20 0,-32-37 0,0 0 0,0 0 0,-1 0 0,7 15 0,-8-15 0,1 0 0,0 0 0,0 0 0,0-1 0,1 0 0,7 8 0,96 75 0,-29-27-1365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5.4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734 1 24575,'0'18'0,"0"0"0,-6 28 0,5-40 0,0 0 0,-1 0 0,0 0 0,0 0 0,-1-1 0,1 1 0,-1 0 0,0-1 0,-1 0 0,1 0 0,-6 6 0,-2 0 0,0 0 0,1 1 0,0 0 0,1 1 0,1 0 0,0 0 0,0 1 0,1 0 0,1 0 0,-5 16 0,-3 23 0,-3-2 0,-2 0 0,-50 93 0,-32 27 0,-59 54 0,150-210 0,5-7 0,-1 0 0,0 0 0,0 0 0,-1-1 0,0 0 0,0 0 0,0 0 0,-1-1 0,0-1 0,-12 7 0,-78 52-1365,79-55-5461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5.4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24575,'8'0'0,"-1"1"0,1 0 0,-1 1 0,1 0 0,-1 0 0,0 1 0,0-1 0,0 1 0,0 1 0,10 6 0,-2 0 0,0 1 0,0 1 0,14 15 0,-19-16 0,-1 0 0,-1 1 0,9 14 0,22 29 0,71 56 0,-50-53 0,-24-13 0,-31-36 0,1-1 0,1 0 0,0 0 0,0-1 0,0 1 0,10 6 0,-6-5 0,0 0 0,-1 2 0,0-1 0,-1 1 0,9 13 0,19 20 0,-32-37 0,0 0 0,0 0 0,-1 0 0,7 15 0,-8-15 0,1 0 0,0 0 0,0 0 0,0-1 0,1 0 0,7 8 0,96 75 0,-29-27-1365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8.0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734 1 24575,'0'18'0,"0"0"0,-6 28 0,5-40 0,0 0 0,-1 0 0,0 0 0,0 0 0,-1-1 0,1 1 0,-1 0 0,0-1 0,-1 0 0,1 0 0,-6 6 0,-2 0 0,0 0 0,1 1 0,0 0 0,1 1 0,1 0 0,0 0 0,0 1 0,1 0 0,1 0 0,-5 16 0,-3 23 0,-3-2 0,-2 0 0,-50 93 0,-32 27 0,-59 54 0,150-210 0,5-7 0,-1 0 0,0 0 0,0 0 0,-1-1 0,0 0 0,0 0 0,0 0 0,-1-1 0,0-1 0,-12 7 0,-78 52-1365,79-55-5461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8.0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24575,'8'0'0,"-1"1"0,1 0 0,-1 1 0,1 0 0,-1 0 0,0 1 0,0-1 0,0 1 0,0 1 0,10 6 0,-2 0 0,0 1 0,0 1 0,14 15 0,-19-16 0,-1 0 0,-1 1 0,9 14 0,22 29 0,71 56 0,-50-53 0,-24-13 0,-31-36 0,1-1 0,1 0 0,0 0 0,0-1 0,0 1 0,10 6 0,-6-5 0,0 0 0,-1 2 0,0-1 0,-1 1 0,9 13 0,19 20 0,-32-37 0,0 0 0,0 0 0,-1 0 0,7 15 0,-8-15 0,1 0 0,0 0 0,0 0 0,0-1 0,1 0 0,7 8 0,96 75 0,-29-27-1365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8.2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734 1 24575,'0'18'0,"0"0"0,-6 28 0,5-40 0,0 0 0,-1 0 0,0 0 0,0 0 0,-1-1 0,1 1 0,-1 0 0,0-1 0,-1 0 0,1 0 0,-6 6 0,-2 0 0,0 0 0,1 1 0,0 0 0,1 1 0,1 0 0,0 0 0,0 1 0,1 0 0,1 0 0,-5 16 0,-3 23 0,-3-2 0,-2 0 0,-50 93 0,-32 27 0,-59 54 0,150-210 0,5-7 0,-1 0 0,0 0 0,0 0 0,-1-1 0,0 0 0,0 0 0,0 0 0,-1-1 0,0-1 0,-12 7 0,-78 52-1365,79-55-5461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8.2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24575,'8'0'0,"-1"1"0,1 0 0,-1 1 0,1 0 0,-1 0 0,0 1 0,0-1 0,0 1 0,0 1 0,10 6 0,-2 0 0,0 1 0,0 1 0,14 15 0,-19-16 0,-1 0 0,-1 1 0,9 14 0,22 29 0,71 56 0,-50-53 0,-24-13 0,-31-36 0,1-1 0,1 0 0,0 0 0,0-1 0,0 1 0,10 6 0,-6-5 0,0 0 0,-1 2 0,0-1 0,-1 1 0,9 13 0,19 20 0,-32-37 0,0 0 0,0 0 0,-1 0 0,7 15 0,-8-15 0,1 0 0,0 0 0,0 0 0,0-1 0,1 0 0,7 8 0,96 75 0,-29-27-1365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0T16:33:06.3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327 111 24575,'-3'-1'0,"-1"0"0,1 0 0,0-1 0,0 1 0,0-1 0,1 0 0,-1 0 0,0 0 0,1 0 0,-1 0 0,1 0 0,-1-1 0,-2-3 0,-13-12 0,3 8 0,-1 0 0,0 0 0,-29-11 0,39 19 0,0-1 0,0 1 0,0 1 0,-1-1 0,1 1 0,-1 0 0,1 1 0,-1-1 0,1 1 0,-1 1 0,1-1 0,-1 1 0,1 0 0,-8 3 0,10-2 0,0 0 0,-1 1 0,1 0 0,0 0 0,0 0 0,1 0 0,-1 1 0,1-1 0,0 1 0,-1 0 0,2 0 0,-1 1 0,0-1 0,1 0 0,0 1 0,0-1 0,0 1 0,1 0 0,-2 5 0,1-1 0,0 0 0,0 0 0,0 1 0,2-1 0,-1 0 0,1 0 0,0 1 0,1-1 0,3 14 0,-3-19 0,1 0 0,-1-1 0,1 0 0,0 1 0,1-1 0,-1 0 0,0 0 0,1 0 0,0 0 0,0 0 0,0-1 0,0 1 0,0-1 0,0 0 0,0 0 0,1 0 0,-1 0 0,1-1 0,0 1 0,4 0 0,35 21 0,-36-18 0,0-1 0,1 0 0,0 0 0,0-1 0,0 0 0,0-1 0,0 1 0,0-2 0,1 1 0,-1-1 0,1 0 0,9-1 0,-8 0 0,-1 1 0,1 0 0,-1 0 0,0 1 0,1 0 0,-1 1 0,0 0 0,16 8 0,-22-10 0,-1 1 0,0 0 0,0 0 0,0 1 0,0-1 0,0 0 0,-1 1 0,1-1 0,-1 1 0,1-1 0,-1 1 0,0 0 0,0 0 0,0-1 0,0 1 0,-1 0 0,1 0 0,-1 0 0,0 3 0,1 11 0,0-1 0,-4 22 0,2-15 0,2 22 0,0-33 0,0 0 0,-1 1 0,-1-1 0,0 0 0,0 0 0,-5 19 0,4-29 0,0 0 0,0 1 0,0-1 0,0 0 0,0 0 0,0 0 0,0 0 0,-1 0 0,1-1 0,-1 1 0,1-1 0,-1 1 0,1-1 0,-1 0 0,0 0 0,0 0 0,0-1 0,1 1 0,-1-1 0,0 1 0,0-1 0,0 0 0,-5 0 0,-3 0 0,-1 0 0,1-1 0,-1 0 0,-19-6 0,22 3 0,0 0 0,1-1 0,-1 0 0,1 0 0,0-1 0,1 0 0,-1-1 0,1 1 0,0-1 0,1-1 0,0 1 0,0-1 0,1-1 0,0 1 0,0 0 0,0-1 0,-4-14 0,8 18-124,1 0 0,-1 0 0,1 0 0,0-1 0,0 1 0,0 0-1,1 0 1,0 0 0,0 0 0,3-8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0T16:33:07.5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24575,'17'45'0,"-5"19"0,1-1 0,-3 1 0,4 110 0,-15 298 0,1-470-83,1 13 297,-1-15-248,0 0 0,0 0 0,0 1 0,0-1 0,0 0 0,0 0 0,0 1 0,0-1 0,0 0 0,0 0 0,0 1 0,0-1 0,1 0 0,-1 0 0,0 1 0,0-1 0,0 0 0,0 0 0,0 0 0,1 1 0,-1-1 0,0 0 0,0 0 0,0 0 0,1 0 0,-1 1 0,0-1 0,0 0 0,0 0 0,1 0 0,-1 0 0,0 0 0,0 0 0,1 0 0,-1 0 0,0 0 0,0 0 0,1 0 0,-1 0 0,0 0 0,0 0 0,1 0 0,-1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0T16:33:08.9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0 172 24575,'0'-12'0,"1"0"0,0-1 0,0 1 0,1 0 0,1 0 0,0 0 0,5-15 0,-6 23 0,0 1 0,0-1 0,0 1 0,0-1 0,0 1 0,0 0 0,1 0 0,0 0 0,0 0 0,0 0 0,0 0 0,0 1 0,0-1 0,1 1 0,-1 0 0,1 0 0,-1 1 0,1-1 0,0 1 0,0-1 0,0 1 0,0 0 0,0 1 0,0-1 0,0 1 0,5 0 0,-3 0 0,1 1 0,-1 0 0,0 0 0,1 0 0,-1 1 0,0 0 0,0 1 0,0-1 0,0 1 0,-1 0 0,1 0 0,-1 1 0,0 0 0,0 0 0,0 0 0,0 0 0,6 9 0,7 9 0,-2 0 0,25 44 0,-27-42 0,-10-15 0,0 1 0,0 0 0,-1 0 0,-1 0 0,0 1 0,0-1 0,0 14 0,5 24 0,-3-31 0,-1 0 0,-1 1 0,-1 0 0,-1 24 0,0-36 0,0 0 0,-1 0 0,0 0 0,0 1 0,-1-1 0,0 0 0,1 0 0,-2-1 0,1 1 0,-1 0 0,0-1 0,0 0 0,-1 1 0,1-1 0,-9 8 0,2-7 0,0 0 0,0-1 0,-1 0 0,1-1 0,-1 0 0,0-1 0,0 0 0,0-1 0,-13 1 0,-3 2 0,26-4-36,1-1 0,-1 0 0,0 0 1,0 1-1,1-1 0,-1 0 0,0 0 0,0 0 0,1 0 0,-1 0 0,0 0 0,0 0 0,0 0 0,1 0 0,-1 0 0,0-1 0,0 1 1,1 0-1,-1 0 0,0-1 0,1 1 0,-1 0 0,0-1 0,1 1 0,-1-1 0,0 1 0,1-1 0,-1 1 0,1-1 0,-1 1 0,1-1 1,-1 0-1,1 1 0,0-1 0,-1 0 0,1 1 0,-1-2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0T16:33:11.0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262 24 24575,'3'-2'0,"-10"-4"0,-14-2 0,9 5 0,-1 1 0,0 0 0,0 1 0,0 1 0,-24 2 0,32-1 0,1-1 0,0 1 0,0 0 0,0 1 0,0-1 0,0 1 0,0-1 0,0 1 0,1 0 0,-1 1 0,0-1 0,1 1 0,0-1 0,0 1 0,0 0 0,0 0 0,0 0 0,0 1 0,1-1 0,0 1 0,-4 6 0,-1 5 0,1 1 0,1 0 0,0 0 0,1 0 0,-2 22 0,-4 21 0,6-41 0,0 0 0,2-1 0,0 1 0,1 0 0,1 0 0,0 0 0,6 32 0,-5-46 0,1 1 0,0-1 0,0 0 0,0 0 0,0 0 0,0-1 0,1 1 0,0 0 0,0-1 0,0 0 0,0 0 0,0 0 0,1 0 0,-1 0 0,1 0 0,0-1 0,-1 0 0,1 0 0,1 0 0,-1 0 0,0-1 0,0 1 0,1-1 0,-1 0 0,0-1 0,1 1 0,-1-1 0,8 0 0,-1 1 0,0-2 0,0 1 0,0-1 0,-1-1 0,1 0 0,0-1 0,0 0 0,-1 0 0,0-1 0,18-10 0,-20 8 0,0-1 0,0 0 0,0 0 0,-1-1 0,0 0 0,10-16 0,17-18 0,-27 35 0,1-1 0,-2 1 0,1-1 0,-1 0 0,0-1 0,-1 0 0,0 1 0,0-2 0,-1 1 0,0 0 0,2-12 0,-6 40 0,-1 0 0,2 0 0,1 0 0,0 0 0,8 29 0,-2-6 0,-4-22 0,2 0 0,0-1 0,1 0 0,0 0 0,15 25 0,-21-43-31,0 0 0,-1 0 0,1 1 0,0-1 0,0 0 0,0 0 0,-1 0 0,1-1 0,0 1 0,0 0 0,0 0 0,1 0 0,-1-1 0,0 1 0,0-1 0,0 1 0,0-1 0,1 1 0,-1-1 0,0 1 0,0-1 0,1 0 0,-1 0 0,0 0-1,1 0 1,-1 0 0,0 0 0,1 0 0,-1 0 0,0 0 0,0-1 0,1 1 0,-1-1 0,0 1 0,0-1 0,1 1 0,-1-1 0,0 0 0,0 1 0,0-1 0,0 0 0,0 0 0,1-1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0T16:33:12.6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221 1 24575,'-8'0'0,"-8"-1"0,-1 1 0,1 1 0,0 1 0,-19 4 0,30-4 0,0-1 0,1 1 0,-1 0 0,0 0 0,1 0 0,0 0 0,0 1 0,0 0 0,0 0 0,0 0 0,0 1 0,1-1 0,0 1 0,-1-1 0,1 1 0,1 0 0,-1 1 0,-3 5 0,-1 6 0,1 0 0,1 1 0,0-1 0,1 1 0,1 0 0,-2 29 0,4-5 0,6 69 0,-3-105 0,-1 0 0,1 0 0,0 0 0,0-1 0,1 1 0,-1-1 0,1 1 0,0-1 0,0 0 0,1 0 0,-1 0 0,1 0 0,0-1 0,0 0 0,5 4 0,27 30 0,-34-34 0,1 1 0,0 0 0,0-1 0,1 0 0,-1 0 0,1 0 0,-1 0 0,1 0 0,0-1 0,0 0 0,0 1 0,0-2 0,1 1 0,-1 0 0,0-1 0,1 0 0,-1 0 0,1 0 0,0 0 0,-1-1 0,1 0 0,0 0 0,-1 0 0,1-1 0,-1 1 0,1-1 0,-1 0 0,6-2 0,-8 2-65,0 0 0,-1 0 0,1-1 0,0 1 0,0 0 0,-1-1 0,1 1 0,-1-1 0,1 0 0,-1 0 0,0 1 0,1-1 0,-1 0 0,0 0 0,0 0 0,-1 0 0,1 0 0,0-1 0,-1 1 0,1-3 0,2-12-6761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0T16:33:14.9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195 305 24575,'2'-1'0,"-1"0"0,1 0 0,0 1 0,-1-1 0,0 0 0,1 0 0,-1-1 0,0 1 0,1 0 0,-1 0 0,0-1 0,0 1 0,1-3 0,10-9 0,62-42 0,-64 47 0,-3 2 0,0 0 0,0-1 0,0 0 0,6-8 0,-11 11 0,1 0 0,-1 0 0,0-1 0,-1 1 0,1 0 0,-1-1 0,0 1 0,0-1 0,0 1 0,0-1 0,-1-6 0,1 7 0,-1 0 0,0-1 0,-1 1 0,1-1 0,-1 1 0,1-1 0,-1 1 0,-1 0 0,1 0 0,-1-1 0,1 1 0,-1 0 0,0 0 0,-1 1 0,1-1 0,-1 0 0,-5-5 0,4 5 0,0 1 0,0 0 0,0 0 0,-1 1 0,1-1 0,-1 1 0,0 0 0,1 1 0,-1-1 0,0 1 0,0-1 0,0 2 0,0-1 0,-1 0 0,-4 1 0,6 0 0,-14-1 0,0 1 0,0 1 0,-27 4 0,39-4 0,1 1 0,0-1 0,0 1 0,0 0 0,0 0 0,0 0 0,1 1 0,-1 0 0,1 0 0,-1 0 0,1 0 0,0 1 0,0 0 0,1 0 0,-1 0 0,-4 6 0,-2 7 0,1 0 0,0 1 0,1-1 0,1 2 0,0-1 0,-6 36 0,7-18 0,2 0 0,1 65 0,2-94 0,1 1 0,1 0 0,0 0 0,0 0 0,0 0 0,1 0 0,0-1 0,1 1 0,0-1 0,0 0 0,0 1 0,1-1 0,0-1 0,1 1 0,-1-1 0,1 1 0,0-1 0,1-1 0,-1 1 0,1-1 0,10 7 0,92 68 0,-93-71-1365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0T16:33:16.5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1 500 24575,'0'-3'0,"1"1"0,-1 0 0,1 0 0,0 0 0,0-1 0,-1 1 0,2 0 0,-1 0 0,0 1 0,0-1 0,1 0 0,-1 0 0,1 0 0,-1 1 0,1-1 0,2-1 0,33-24 0,-31 24 0,147-83 0,-146 82 0,0 1 0,1-1 0,-1 1 0,1 1 0,0-1 0,0 1 0,14-1 0,-11 1 0,-1 0 0,0-1 0,20-6 0,170-68 0,-28 13 0,-152 57 0,42-10 0,6-2 0,-53 14 0,1 2 0,0-1 0,0 2 0,17-1 0,-18 2 0,0 0 0,0-1 0,0-1 0,-1-1 0,17-5 0,-16 4 0,1 0 0,-1 2 0,1 0 0,0 0 0,1 2 0,17 0 0,-18 1 0,0-1 0,0-1 0,0 0 0,0-1 0,0-1 0,17-6 0,-14 4 0,1 0 0,0 2 0,0 0 0,39-2 0,2-1 0,21-1 0,159 6 0,-116 4 0,-105-1-89,-11-1-166,1 0-1,-1 0 1,0-1 0,16-3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0T16:33:17.6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 24575,'1'14'0,"1"-1"0,0 1 0,5 18 0,1 0 0,-5-21 0,1 0 0,1-1 0,-1 1 0,2-1 0,0 0 0,0 0 0,0-1 0,1 0 0,10 10 0,28 42 0,-42-56 0,0 1 0,0-1 0,-1 1 0,0-1 0,0 1 0,-1 0 0,1 0 0,-1 0 0,0 0 0,0 7 0,-2-7 0,1 0 0,-1 0 0,0 0 0,-1 0 0,1 0 0,-1 0 0,0 0 0,-1-1 0,-4 10 0,-36 48 0,8-14 0,15-10 35,16-30-315,0 0 0,-1 0 0,0 0 0,-11 13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0T16:33:21.5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 1 24575,'2'113'0,"-5"119"0,-18-124 0,12-66 0,5-27 0,1-1 0,-2 23 0,4-27 0,0 1 0,0 0 0,-1-1 0,-1 0 0,-6 19 0,7-28-23,0-6 78,1-7-1452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0T16:33:24.3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94 24575,'2'0'0,"0"1"0,0-1 0,0 1 0,0-1 0,-1 1 0,1 0 0,0-1 0,0 1 0,-1 0 0,1 0 0,-1 0 0,1 1 0,-1-1 0,1 0 0,-1 0 0,2 3 0,21 28 0,-13-17 0,28 32 0,-25-33 0,-2 0 0,0 1 0,0 1 0,-2 0 0,0 0 0,-1 1 0,10 24 0,11 37 0,-21-60 0,-1 1 0,-1 1 0,0-1 0,-2 1 0,0 0 0,-2 0 0,2 23 0,-5-36 0,1-1 0,-1 1 0,1-1 0,0 1 0,1-1 0,0 0 0,2 8 0,-3-13 0,-1 0 0,1 0 0,-1 0 0,1 0 0,0 0 0,-1 0 0,1 0 0,0-1 0,0 1 0,0 0 0,-1 0 0,1 0 0,0-1 0,0 1 0,0-1 0,0 1 0,0-1 0,3 2 0,-3-2 0,1 0 0,-1 0 0,1 0 0,-1-1 0,1 1 0,-1 0 0,1-1 0,-1 1 0,1-1 0,-1 1 0,1-1 0,-1 1 0,0-1 0,1 0 0,-1 0 0,0 0 0,0 0 0,2-1 0,3-4 0,-1 0 0,0 0 0,-1 0 0,1 0 0,-1-1 0,0 1 0,-1-1 0,4-8 0,18-32 0,-7 20 0,22-43 0,-3 4 0,-33 58 0,0-1 0,-1 1 0,0-1 0,0 0 0,1-9 0,13-34 0,-4 27 0,-2 4 0,-1-1 0,0-1 0,9-37 0,-14 42 19,1 1 1,1 0-1,11-22 0,2-6-1461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0T16:33:26.7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148 1 24575,'-7'2'0,"1"0"0,0 0 0,0 1 0,0 0 0,1 0 0,-1 0 0,-5 6 0,8-8 0,-2 3 0,0 1 0,0-1 0,0 1 0,1 0 0,0 0 0,0 1 0,0-1 0,0 1 0,1 0 0,0 0 0,0 0 0,-3 12 0,-2 9 0,-7 51 0,5-25 0,9-47 0,0 0 0,0 1 0,1-1 0,-1 1 0,1-1 0,1 1 0,-1-1 0,1 0 0,0 1 0,1-1 0,-1 0 0,5 9 0,-5-11 0,1-1 0,0 0 0,0 0 0,0 0 0,0 0 0,0 0 0,1 0 0,-1 0 0,1-1 0,0 1 0,0-1 0,0 0 0,0 0 0,0 0 0,0 0 0,1-1 0,-1 1 0,1-1 0,-1 0 0,1 0 0,-1 0 0,8 1 0,8-1 0,1-1 0,0 0 0,0-2 0,-1 0 0,1-1 0,-1-1 0,35-12 0,-47 13 0,-2 0 0,1 0 0,0-1 0,0 0 0,-1 0 0,0 0 0,0 0 0,0-1 0,-1 0 0,1 0 0,-1 0 0,0-1 0,-1 1 0,1-1 0,-1 0 0,0 0 0,0 0 0,1-8 0,2-3 0,-1-1 0,-1 0 0,0 0 0,-2 0 0,2-29 0,-4 39-104,-3-34 341,3 40-312,-1 0 0,1 0 0,-1 0 1,0 1-1,1-1 0,-1 0 0,0 0 0,0 1 0,0-1 0,-1 1 0,1-1 0,0 1 0,-1-1 0,1 1 1,-1 0-1,1 0 0,-1-1 0,1 1 0,-3-1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14.5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734 1 24575,'0'18'0,"0"0"0,-6 28 0,5-40 0,0 0 0,-1 0 0,0 0 0,0 0 0,-1-1 0,1 1 0,-1 0 0,0-1 0,-1 0 0,1 0 0,-6 6 0,-2 0 0,0 0 0,1 1 0,0 0 0,1 1 0,1 0 0,0 0 0,0 1 0,1 0 0,1 0 0,-5 16 0,-3 23 0,-3-2 0,-2 0 0,-50 93 0,-32 27 0,-59 54 0,150-210 0,5-7 0,-1 0 0,0 0 0,0 0 0,-1-1 0,0 0 0,0 0 0,0 0 0,-1-1 0,0-1 0,-12 7 0,-78 52-1365,79-55-5461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16.6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24575,'8'0'0,"-1"1"0,1 0 0,-1 1 0,1 0 0,-1 0 0,0 1 0,0-1 0,0 1 0,0 1 0,10 6 0,-2 0 0,0 1 0,0 1 0,14 15 0,-19-16 0,-1 0 0,-1 1 0,9 14 0,22 29 0,71 56 0,-50-53 0,-24-13 0,-31-36 0,1-1 0,1 0 0,0 0 0,0-1 0,0 1 0,10 6 0,-6-5 0,0 0 0,-1 2 0,0-1 0,-1 1 0,9 13 0,19 20 0,-32-37 0,0 0 0,0 0 0,-1 0 0,7 15 0,-8-15 0,1 0 0,0 0 0,0 0 0,0-1 0,1 0 0,7 8 0,96 75 0,-29-27-1365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4.6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734 1 24575,'0'18'0,"0"0"0,-6 28 0,5-40 0,0 0 0,-1 0 0,0 0 0,0 0 0,-1-1 0,1 1 0,-1 0 0,0-1 0,-1 0 0,1 0 0,-6 6 0,-2 0 0,0 0 0,1 1 0,0 0 0,1 1 0,1 0 0,0 0 0,0 1 0,1 0 0,1 0 0,-5 16 0,-3 23 0,-3-2 0,-2 0 0,-50 93 0,-32 27 0,-59 54 0,150-210 0,5-7 0,-1 0 0,0 0 0,0 0 0,-1-1 0,0 0 0,0 0 0,0 0 0,-1-1 0,0-1 0,-12 7 0,-78 52-1365,79-55-5461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4.6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24575,'8'0'0,"-1"1"0,1 0 0,-1 1 0,1 0 0,-1 0 0,0 1 0,0-1 0,0 1 0,0 1 0,10 6 0,-2 0 0,0 1 0,0 1 0,14 15 0,-19-16 0,-1 0 0,-1 1 0,9 14 0,22 29 0,71 56 0,-50-53 0,-24-13 0,-31-36 0,1-1 0,1 0 0,0 0 0,0-1 0,0 1 0,10 6 0,-6-5 0,0 0 0,-1 2 0,0-1 0,-1 1 0,9 13 0,19 20 0,-32-37 0,0 0 0,0 0 0,-1 0 0,7 15 0,-8-15 0,1 0 0,0 0 0,0 0 0,0-1 0,1 0 0,7 8 0,96 75 0,-29-27-1365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4.8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734 1 24575,'0'18'0,"0"0"0,-6 28 0,5-40 0,0 0 0,-1 0 0,0 0 0,0 0 0,-1-1 0,1 1 0,-1 0 0,0-1 0,-1 0 0,1 0 0,-6 6 0,-2 0 0,0 0 0,1 1 0,0 0 0,1 1 0,1 0 0,0 0 0,0 1 0,1 0 0,1 0 0,-5 16 0,-3 23 0,-3-2 0,-2 0 0,-50 93 0,-32 27 0,-59 54 0,150-210 0,5-7 0,-1 0 0,0 0 0,0 0 0,-1-1 0,0 0 0,0 0 0,0 0 0,-1-1 0,0-1 0,-12 7 0,-78 52-1365,79-55-5461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4.8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24575,'8'0'0,"-1"1"0,1 0 0,-1 1 0,1 0 0,-1 0 0,0 1 0,0-1 0,0 1 0,0 1 0,10 6 0,-2 0 0,0 1 0,0 1 0,14 15 0,-19-16 0,-1 0 0,-1 1 0,9 14 0,22 29 0,71 56 0,-50-53 0,-24-13 0,-31-36 0,1-1 0,1 0 0,0 0 0,0-1 0,0 1 0,10 6 0,-6-5 0,0 0 0,-1 2 0,0-1 0,-1 1 0,9 13 0,19 20 0,-32-37 0,0 0 0,0 0 0,-1 0 0,7 15 0,-8-15 0,1 0 0,0 0 0,0 0 0,0-1 0,1 0 0,7 8 0,96 75 0,-29-27-1365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5.0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734 1 24575,'0'18'0,"0"0"0,-6 28 0,5-40 0,0 0 0,-1 0 0,0 0 0,0 0 0,-1-1 0,1 1 0,-1 0 0,0-1 0,-1 0 0,1 0 0,-6 6 0,-2 0 0,0 0 0,1 1 0,0 0 0,1 1 0,1 0 0,0 0 0,0 1 0,1 0 0,1 0 0,-5 16 0,-3 23 0,-3-2 0,-2 0 0,-50 93 0,-32 27 0,-59 54 0,150-210 0,5-7 0,-1 0 0,0 0 0,0 0 0,-1-1 0,0 0 0,0 0 0,0 0 0,-1-1 0,0-1 0,-12 7 0,-78 52-1365,79-55-5461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5.0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24575,'8'0'0,"-1"1"0,1 0 0,-1 1 0,1 0 0,-1 0 0,0 1 0,0-1 0,0 1 0,0 1 0,10 6 0,-2 0 0,0 1 0,0 1 0,14 15 0,-19-16 0,-1 0 0,-1 1 0,9 14 0,22 29 0,71 56 0,-50-53 0,-24-13 0,-31-36 0,1-1 0,1 0 0,0 0 0,0-1 0,0 1 0,10 6 0,-6-5 0,0 0 0,-1 2 0,0-1 0,-1 1 0,9 13 0,19 20 0,-32-37 0,0 0 0,0 0 0,-1 0 0,7 15 0,-8-15 0,1 0 0,0 0 0,0 0 0,0-1 0,1 0 0,7 8 0,96 75 0,-29-27-1365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5.2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734 1 24575,'0'18'0,"0"0"0,-6 28 0,5-40 0,0 0 0,-1 0 0,0 0 0,0 0 0,-1-1 0,1 1 0,-1 0 0,0-1 0,-1 0 0,1 0 0,-6 6 0,-2 0 0,0 0 0,1 1 0,0 0 0,1 1 0,1 0 0,0 0 0,0 1 0,1 0 0,1 0 0,-5 16 0,-3 23 0,-3-2 0,-2 0 0,-50 93 0,-32 27 0,-59 54 0,150-210 0,5-7 0,-1 0 0,0 0 0,0 0 0,-1-1 0,0 0 0,0 0 0,0 0 0,-1-1 0,0-1 0,-12 7 0,-78 52-1365,79-55-5461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5.2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24575,'8'0'0,"-1"1"0,1 0 0,-1 1 0,1 0 0,-1 0 0,0 1 0,0-1 0,0 1 0,0 1 0,10 6 0,-2 0 0,0 1 0,0 1 0,14 15 0,-19-16 0,-1 0 0,-1 1 0,9 14 0,22 29 0,71 56 0,-50-53 0,-24-13 0,-31-36 0,1-1 0,1 0 0,0 0 0,0-1 0,0 1 0,10 6 0,-6-5 0,0 0 0,-1 2 0,0-1 0,-1 1 0,9 13 0,19 20 0,-32-37 0,0 0 0,0 0 0,-1 0 0,7 15 0,-8-15 0,1 0 0,0 0 0,0 0 0,0-1 0,1 0 0,7 8 0,96 75 0,-29-27-1365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5.4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734 1 24575,'0'18'0,"0"0"0,-6 28 0,5-40 0,0 0 0,-1 0 0,0 0 0,0 0 0,-1-1 0,1 1 0,-1 0 0,0-1 0,-1 0 0,1 0 0,-6 6 0,-2 0 0,0 0 0,1 1 0,0 0 0,1 1 0,1 0 0,0 0 0,0 1 0,1 0 0,1 0 0,-5 16 0,-3 23 0,-3-2 0,-2 0 0,-50 93 0,-32 27 0,-59 54 0,150-210 0,5-7 0,-1 0 0,0 0 0,0 0 0,-1-1 0,0 0 0,0 0 0,0 0 0,-1-1 0,0-1 0,-12 7 0,-78 52-1365,79-55-5461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5.4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24575,'8'0'0,"-1"1"0,1 0 0,-1 1 0,1 0 0,-1 0 0,0 1 0,0-1 0,0 1 0,0 1 0,10 6 0,-2 0 0,0 1 0,0 1 0,14 15 0,-19-16 0,-1 0 0,-1 1 0,9 14 0,22 29 0,71 56 0,-50-53 0,-24-13 0,-31-36 0,1-1 0,1 0 0,0 0 0,0-1 0,0 1 0,10 6 0,-6-5 0,0 0 0,-1 2 0,0-1 0,-1 1 0,9 13 0,19 20 0,-32-37 0,0 0 0,0 0 0,-1 0 0,7 15 0,-8-15 0,1 0 0,0 0 0,0 0 0,0-1 0,1 0 0,7 8 0,96 75 0,-29-27-1365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8.0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734 1 24575,'0'18'0,"0"0"0,-6 28 0,5-40 0,0 0 0,-1 0 0,0 0 0,0 0 0,-1-1 0,1 1 0,-1 0 0,0-1 0,-1 0 0,1 0 0,-6 6 0,-2 0 0,0 0 0,1 1 0,0 0 0,1 1 0,1 0 0,0 0 0,0 1 0,1 0 0,1 0 0,-5 16 0,-3 23 0,-3-2 0,-2 0 0,-50 93 0,-32 27 0,-59 54 0,150-210 0,5-7 0,-1 0 0,0 0 0,0 0 0,-1-1 0,0 0 0,0 0 0,0 0 0,-1-1 0,0-1 0,-12 7 0,-78 52-1365,79-55-5461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8.0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24575,'8'0'0,"-1"1"0,1 0 0,-1 1 0,1 0 0,-1 0 0,0 1 0,0-1 0,0 1 0,0 1 0,10 6 0,-2 0 0,0 1 0,0 1 0,14 15 0,-19-16 0,-1 0 0,-1 1 0,9 14 0,22 29 0,71 56 0,-50-53 0,-24-13 0,-31-36 0,1-1 0,1 0 0,0 0 0,0-1 0,0 1 0,10 6 0,-6-5 0,0 0 0,-1 2 0,0-1 0,-1 1 0,9 13 0,19 20 0,-32-37 0,0 0 0,0 0 0,-1 0 0,7 15 0,-8-15 0,1 0 0,0 0 0,0 0 0,0-1 0,1 0 0,7 8 0,96 75 0,-29-27-1365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8.2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734 1 24575,'0'18'0,"0"0"0,-6 28 0,5-40 0,0 0 0,-1 0 0,0 0 0,0 0 0,-1-1 0,1 1 0,-1 0 0,0-1 0,-1 0 0,1 0 0,-6 6 0,-2 0 0,0 0 0,1 1 0,0 0 0,1 1 0,1 0 0,0 0 0,0 1 0,1 0 0,1 0 0,-5 16 0,-3 23 0,-3-2 0,-2 0 0,-50 93 0,-32 27 0,-59 54 0,150-210 0,5-7 0,-1 0 0,0 0 0,0 0 0,-1-1 0,0 0 0,0 0 0,0 0 0,-1-1 0,0-1 0,-12 7 0,-78 52-1365,79-55-5461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33:28.2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24575,'8'0'0,"-1"1"0,1 0 0,-1 1 0,1 0 0,-1 0 0,0 1 0,0-1 0,0 1 0,0 1 0,10 6 0,-2 0 0,0 1 0,0 1 0,14 15 0,-19-16 0,-1 0 0,-1 1 0,9 14 0,22 29 0,71 56 0,-50-53 0,-24-13 0,-31-36 0,1-1 0,1 0 0,0 0 0,0-1 0,0 1 0,10 6 0,-6-5 0,0 0 0,-1 2 0,0-1 0,-1 1 0,9 13 0,19 20 0,-32-37 0,0 0 0,0 0 0,-1 0 0,7 15 0,-8-15 0,1 0 0,0 0 0,0 0 0,0-1 0,1 0 0,7 8 0,96 75 0,-29-27-1365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51:48.6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24575,'1215'0'0,"-1190"1"0,-1 2 0,35 7 0,31 3 0,-62-10 0,36 9 0,-38-7 0,-1-1 0,29 2 0,86-7-1365,-115 1-5461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51:49.7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106 13 24575,'0'0'0,"0"-1"0,0 1 0,0-1 0,0 1 0,0-1 0,1 1 0,-1-1 0,0 1 0,0-1 0,0 1 0,0-1 0,1 1 0,-1-1 0,0 1 0,0-1 0,1 1 0,-1-1 0,0 1 0,1 0 0,-1-1 0,1 1 0,-1 0 0,0-1 0,1 1 0,-1 0 0,1-1 0,-1 1 0,1 0 0,-1 0 0,1 0 0,-1-1 0,1 1 0,-1 0 0,1 0 0,-1 0 0,1 0 0,-1 0 0,1 0 0,-1 0 0,1 0 0,-1 0 0,1 0 0,-1 0 0,1 1 0,-1-1 0,1 0 0,-1 0 0,1 0 0,-1 1 0,1-1 0,-1 0 0,1 0 0,-1 1 0,1 0 0,26 15 0,2 10 0,19 15 0,-46-40 0,0 0 0,0 0 0,-1 0 0,1 0 0,0 1 0,-1-1 0,1 1 0,0-1 0,-1 1 0,0 0 0,1-1 0,-1 1 0,0 0 0,0 0 0,0 0 0,0 0 0,0 0 0,-1 0 0,1 0 0,0 0 0,-1 0 0,0 1 0,1-1 0,-1 0 0,0 0 0,0 0 0,0 0 0,-1 1 0,1 1 0,-2 0 0,0 1 0,0-1 0,0 0 0,-1 0 0,1 0 0,-1 0 0,0-1 0,0 1 0,0-1 0,-1 0 0,1 0 0,-9 6 0,-2 2 0,0 2 0,-19 21 0,-21 19 0,40-43-227,1 1-1,0 1 1,1 0-1,1 1 1,-16 20-1,17-17-6598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51:40.2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60 24575,'7'-1'0,"0"0"0,1 0 0,-1 0 0,0-1 0,9-4 0,20-4 0,34-5 0,-46 8 0,-1 2 0,2 1 0,28-2 0,-25 6 0,142 2 0,-161 0 0,-1 0 0,1 0 0,-1 1 0,0 0 0,0 0 0,0 1 0,9 5 0,-9-5 0,0 1 0,0-1 0,1-1 0,0 1 0,0-2 0,9 3 0,32 0 0,-31-4 0,-1 0 0,22 6 0,7 2 0,1-3 0,-1-2 0,1-2 0,66-5 0,-11 1 0,377 2 0,-455-1 45,0-2-1,34-7 1,29-4-1544,-64 13-5327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51:41.7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0 24575,'0'7'0,"0"0"0,0 1 0,0-1 0,1 0 0,0 0 0,0 0 0,0 0 0,1 0 0,1-1 0,-1 1 0,1-1 0,0 1 0,0-1 0,5 7 0,12 15 0,1-2 0,45 45 0,-51-54 0,-1 1 0,-1 0 0,14 26 0,-26-42 0,1 1 0,0 1 0,0-1 0,0 1 0,-1 0 0,1 0 0,-1 0 0,0 0 0,0 0 0,-1 0 0,1 0 0,-1 0 0,0 0 0,0 0 0,0 0 0,-1 0 0,1 0 0,-1 0 0,0 0 0,0 0 0,0 0 0,-1-1 0,1 1 0,-1 0 0,0-1 0,0 1 0,0-1 0,-1 0 0,-4 6 0,-7 6 0,-1-1 0,0-1 0,-1 0 0,-28 17 0,5-3 0,27-17-341,0-1 0,1 2-1,-12 13 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51:43.5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393 0 24575,'-9'1'0,"1"-1"0,0 1 0,0 1 0,-1-1 0,1 1 0,0 1 0,1 0 0,-1 0 0,0 0 0,1 1 0,-9 6 0,-26 9 0,30-15 0,1 1 0,0 0 0,-12 9 0,-33 16 0,42-24 0,1 1 0,-21 14 0,27-16 0,0 0 0,1 0 0,0 1 0,0 0 0,0 0 0,1 1 0,0 0 0,0 0 0,-6 12 0,9-15 0,1-1 0,0 1 0,0 0 0,0-1 0,0 1 0,1 0 0,-1-1 0,1 1 0,0 0 0,0 0 0,0 0 0,1-1 0,0 1 0,-1 0 0,1-1 0,0 1 0,1 0 0,-1-1 0,1 0 0,-1 1 0,1-1 0,0 0 0,0 0 0,3 4 0,66 70 0,-62-68 0,1 1 0,1-2 0,20 14 0,18 15 0,-34-25-68,0-1 0,1-1 1,0 0-1,24 10 0,-18-9-958,-6-3-5800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51:51.7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241 1 24575,'0'5'0,"-1"0"0,-1-1 0,1 1 0,-1 0 0,1-1 0,-1 1 0,-1-1 0,1 1 0,-1-1 0,1 0 0,-1 0 0,0 0 0,-1 0 0,1-1 0,-1 1 0,-6 4 0,-6 6 0,-2-1 0,-25 14 0,34-22 0,0 1 0,0 0 0,1 1 0,0 0 0,0 0 0,1 1 0,-1-1 0,2 2 0,-1-1 0,1 1 0,1 0 0,-1 0 0,2 0 0,-1 1 0,-3 12 0,7-20 0,0 1 0,0-1 0,1 1 0,-1-1 0,1 1 0,0-1 0,-1 1 0,1-1 0,0 1 0,0-1 0,1 1 0,-1-1 0,0 1 0,1-1 0,0 1 0,-1-1 0,1 1 0,0-1 0,0 0 0,1 0 0,-1 1 0,0-1 0,1 0 0,-1 0 0,1 0 0,0 0 0,0-1 0,3 4 0,5 2 0,1-1 0,0 0 0,0 0 0,0-2 0,13 5 0,-15-6 0,0 0 0,0 1 0,-1-1 0,0 2 0,1-1 0,9 8 0,-5 2-1365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51:55.4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58 24575,'5'-1'0,"0"0"0,0-1 0,0 1 0,0-1 0,8-4 0,7-3 0,2 1 0,1 1 0,0 1 0,0 1 0,1 1 0,28-1 0,624 4 0,-306 3 0,-280-3 0,102 3 0,-124 11 0,-51-8 0,1-2 0,21 3 0,-13-5-1365,-2-1-5461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51:56.9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283 1 24575,'0'2'0,"-1"0"0,1-1 0,-1 1 0,1 0 0,-1 0 0,0 0 0,0 0 0,0 0 0,0-1 0,0 1 0,0 0 0,0-1 0,-1 1 0,1-1 0,-1 1 0,-1 0 0,-29 23 0,23-19 0,-2 3 0,0 0 0,0 1 0,-11 15 0,13-14 0,-1 0 0,0-1 0,-18 14 0,15-16 0,1 2 0,-1-1 0,2 1 0,0 1 0,0 0 0,-11 15 0,20-23 0,0 1 0,-1 0 0,1-1 0,1 1 0,-1 0 0,0 0 0,1 0 0,0 0 0,0 1 0,0-1 0,1 0 0,-1 0 0,1 1 0,0-1 0,0 0 0,1 0 0,-1 1 0,1-1 0,0 0 0,0 0 0,0 0 0,1 0 0,0 0 0,-1 0 0,1 0 0,0 0 0,4 3 0,2 3 0,0 0 0,1-1 0,0 0 0,0-1 0,17 11 0,-3-1 0,-13-11 0,0 0 0,0-1 0,16 6 0,-15-7 0,-1 0 0,0 1 0,17 12 0,-19-12 0,0-1 0,0-1 0,0 1 0,1-1 0,-1 0 0,1-1 0,0 0 0,0-1 0,12 2 0,-10-1 0,0-1 0,0 2 0,-1-1 0,1 1 0,14 8 0,11 8-1365,-19-13-5461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51:58.6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24575,'5'1'0,"0"0"0,0 1 0,-1 0 0,1 0 0,-1 0 0,1 0 0,6 6 0,-1-2 0,139 68 0,-144-71 0,-1-2 0,0 2 0,0-1 0,1 0 0,-1 1 0,-1 0 0,1-1 0,0 2 0,-1-1 0,1 0 0,-1 1 0,0-1 0,0 1 0,0 0 0,-1 0 0,0 0 0,1 1 0,-1-1 0,-1 0 0,1 1 0,-1-1 0,1 1 0,-1 0 0,-1-1 0,1 1 0,-1 0 0,1 0 0,-1-1 0,-1 1 0,1 0 0,-1 0 0,0-1 0,0 1 0,0 0 0,0-1 0,-1 1 0,0-1 0,0 0 0,0 1 0,-1-1 0,1 0 0,-5 5 0,-12 13 0,0-1 0,-1 0 0,-1-2 0,-1 0 0,-27 17 0,44-33-170,0 1-1,0 0 0,0 1 1,0-1-1,1 1 0,0 0 1,-7 10-1,-1 3-6655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53:45.2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30 24575,'454'0'0,"-433"-1"0,1-1 0,36-9 0,-35 6 0,0 1 0,27-1 0,263 4 0,-146 2 0,-145 0 0,-1 2 0,38 7 0,-37-4 0,2-2 0,25 1 0,115-7 0,67 4 0,-103 22 0,104-20-4,-140-5-1357,-68 1-5465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53:46.7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24575,'1'2'0,"0"1"0,-1-1 0,1 1 0,0-1 0,0 1 0,1-1 0,-1 0 0,0 1 0,1-1 0,-1 0 0,1 0 0,3 3 0,24 23 0,-28-27 0,26 21 0,48 29 0,-12-9 0,-58-38 0,-1 1 0,1-1 0,0 1 0,-1 0 0,0 1 0,-1-1 0,1 1 0,4 10 0,-4-9 0,0 1 0,1-1 0,-1 0 0,11 12 0,-12-17 0,0 1 0,0 0 0,-1-1 0,1 2 0,-1-1 0,1 0 0,-1 0 0,0 1 0,-1-1 0,1 1 0,1 5 0,-2-6 0,-1-1 0,-1 1 0,1 0 0,0-1 0,-1 1 0,1-1 0,-1 1 0,0-1 0,0 1 0,0-1 0,0 0 0,0 1 0,0-1 0,-1 0 0,1 0 0,-1 0 0,0 0 0,-3 3 0,-62 88 0,49-66 0,-1 0 0,-27 28 0,33-40-1365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52:25.4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24575,'1102'0'-1365,"-1078"0"-5461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52:26.8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24575,'4'0'0,"0"0"0,0 0 0,0 1 0,0 0 0,0 0 0,0 0 0,0 0 0,0 1 0,0 0 0,0 0 0,-1 0 0,1 0 0,5 4 0,1 3 0,0 0 0,16 21 0,12 12 0,-23-30 0,-1 0 0,0 0 0,-1 0 0,-1 1 0,13 16 0,-23-25 0,1 0 0,-1 0 0,1 0 0,-1 0 0,-1 0 0,1 0 0,0 0 0,-1 1 0,0-1 0,0 1 0,0-1 0,-1 1 0,0-1 0,1 1 0,-1-1 0,-1 1 0,1-1 0,-1 1 0,0-1 0,0 1 0,-3 6 0,2-5 0,-1-1 0,0 1 0,0-1 0,0 0 0,-1 0 0,0 0 0,0-1 0,0 1 0,-8 5 0,-47 30 0,48-34 0,1 0 0,0 1 0,0 0 0,0 1 0,1 0 0,-14 15 0,10-7-1365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52:28.3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367 0 24575,'0'7'0,"0"0"0,-1 0 0,0 0 0,0 0 0,-1 0 0,1 0 0,-2-1 0,1 1 0,-1-1 0,-4 9 0,-1-3 0,0-1 0,0 0 0,-1-1 0,-14 13 0,-8 14 0,24-27 0,0-1 0,-1-1 0,-10 10 0,-6 0 0,0-1 0,-1-1 0,-1-1 0,-39 16 0,61-30 0,1 0 0,0 1 0,0 0 0,-1 0 0,2 0 0,-1 0 0,0 0 0,0 0 0,1 1 0,-1-1 0,1 1 0,-1 0 0,1 0 0,0 0 0,0 0 0,1 0 0,-1 0 0,1 1 0,-1-1 0,1 0 0,0 1 0,0-1 0,1 1 0,-1-1 0,1 1 0,0 0 0,-1-1 0,2 1 0,-1-1 0,0 1 0,1-1 0,-1 1 0,1-1 0,0 1 0,0-1 0,1 1 0,-1-1 0,1 0 0,0 0 0,-1 0 0,4 4 0,130 176 0,-105-151 0,-25-28 0,0 0 0,-1 0 0,1 1 0,-1 0 0,0-1 0,6 12 0,0 2-1365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53:49.1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249 1 24575,'-2'4'0,"0"0"0,0 0 0,0 1 0,0-1 0,-1 0 0,1-1 0,-1 1 0,0 0 0,0-1 0,0 0 0,-1 0 0,-4 4 0,-1 2 0,-4 4 0,0 1 0,1 1 0,1 0 0,0 1 0,1 0 0,1 0 0,0 1 0,1 1 0,1-1 0,1 1 0,-7 29 0,-14 67 0,24-101 0,-2 0 0,1 0 0,-9 16 0,7-19 0,2 1 0,0-1 0,0 1 0,1 0 0,-3 13 0,6-22 0,0 0 0,0 0 0,0 0 0,1 1 0,-1-1 0,0 0 0,1 0 0,0 0 0,-1 0 0,1 0 0,0 0 0,0 0 0,0 0 0,0 0 0,0 0 0,1 0 0,-1 0 0,1-1 0,-1 1 0,1-1 0,-1 1 0,1-1 0,0 0 0,0 1 0,0-1 0,4 2 0,5 2 0,1 0 0,1 0 0,20 4 0,-3-1 0,9 6 0,107 42 0,-139-51 0,0-1 0,1 1 0,-1 0 0,-1 0 0,12 12 0,-13-12 0,1 1 0,0-1 0,0 0 0,1 0 0,-1-1 0,1 0 0,11 5 0,-5-3 22,0 1 0,0 0 0,-1 1 0,0 0 0,17 15 1,-16-12-398,1 0 1,0-2-1,23 13 1,-21-15-6452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54:27.1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0 143 24575,'397'0'0,"-374"-2"0,-1 0 0,43-11 0,-5 1 0,1 2 0,-22 2 0,1 2 0,45 0 0,14 8 0,83-4 0,-114-11 0,-50 9 0,0 0 0,21-1 0,-11 2 0,35-9 0,-38 7 0,1 1 0,28-2 0,-29 5 0,48-11 0,-48 6 0,50-2 0,94 8-1365,-145 0-5461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54:28.4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1 24575,'4'0'0,"-1"0"0,0 0 0,0 1 0,0 0 0,0 0 0,0 0 0,0 0 0,0 0 0,0 0 0,0 1 0,0-1 0,0 1 0,3 3 0,31 32 0,-31-30 0,0 0 0,0-1 0,1 1 0,0-2 0,7 6 0,19 10 0,-1 0 0,51 46 0,-82-66 0,1 0 0,-1 0 0,0 1 0,1-1 0,-1 0 0,0 1 0,0-1 0,0 1 0,0-1 0,0 1 0,0-1 0,0 1 0,0 0 0,-1-1 0,1 1 0,-1 0 0,1 0 0,-1 0 0,0-1 0,1 1 0,-1 0 0,0 0 0,0 0 0,-1 0 0,1-1 0,0 1 0,0 0 0,-1 0 0,0 0 0,1-1 0,-1 1 0,0 0 0,1-1 0,-1 1 0,0 0 0,0-1 0,0 1 0,-3 2 0,-5 4 0,-1 1 0,1-1 0,-1-1 0,-22 13 0,-4 3 0,-31 52 0,37-50-70,10-9-362,0 2 1,-20 21-1,27-22-6394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54:10.2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24575,'1694'0'-1365,"-1670"0"-5461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54:11.7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24575,'2'0'0,"-1"0"0,1 1 0,0-1 0,0 1 0,0-1 0,-1 1 0,1 0 0,0 0 0,-1 0 0,1 0 0,0 0 0,-1 0 0,0 0 0,1 1 0,-1-1 0,0 1 0,2 1 0,21 34 0,-13-20 0,-1-5 0,-1 0 0,1 0 0,1-1 0,0 0 0,1-1 0,0 0 0,1-1 0,-1-1 0,2 0 0,14 7 0,-25-13 0,0 0 0,1 0 0,-1 1 0,0-1 0,0 1 0,0-1 0,0 1 0,-1 0 0,1 1 0,-1-1 0,0 0 0,0 1 0,0-1 0,0 1 0,0-1 0,-1 1 0,0 0 0,0 0 0,0 0 0,0 0 0,-1 0 0,1-1 0,-1 1 0,0 0 0,0 0 0,0 0 0,-1 0 0,1 0 0,-1 0 0,0 0 0,0 0 0,-1 0 0,1-1 0,-1 1 0,-3 6 0,-29 38-45,16-20-395,-1-2 0,-29 31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54:13.8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188 1 24575,'0'8'0,"-1"0"0,0 1 0,0-1 0,-1 0 0,0 0 0,-1 0 0,1 0 0,-2 0 0,-6 13 0,-4 1 0,-30 37 0,9-12 0,25-31 0,1 1 0,1 0 0,-9 25 0,0 2 0,16-42 0,0 1 0,0 0 0,0 0 0,0 0 0,0 0 0,1 0 0,-1 0 0,1 0 0,0 0 0,0 0 0,0 0 0,0 0 0,1 0 0,-1 0 0,1 0 0,0 0 0,-1-1 0,2 1 0,-1 0 0,0 0 0,0-1 0,1 1 0,-1 0 0,1-1 0,0 0 0,0 1 0,4 3 0,5 4 0,1-1 0,0-1 0,0 0 0,24 11 0,6 6 0,4 10-36,-38-27-97,1-1 0,0 0 0,0-1 0,0 0 0,1 0 1,0-1-1,0 0 0,1 0 0,14 3 0,-4-4-6693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54:15.9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161 0 24575,'-2'14'0,"-1"-1"0,0 0 0,-1 0 0,-1 0 0,0 0 0,0-1 0,-2 1 0,-9 14 0,11-17 0,-17 24 0,15-23 0,-1 1 0,-9 22 0,8-10 0,1 1 0,-7 34 0,2-16-1365,7-25-5461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4:54:30.5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231 1 24575,'-2'23'0,"0"0"0,-1 0 0,-2 0 0,0 0 0,-10 23 0,1 2 0,6 0 0,8-42 0,-1 0 0,1 0 0,-1 0 0,0 0 0,-1 0 0,1 0 0,-1 0 0,0-1 0,-1 1 0,1-1 0,-1 1 0,0-1 0,-1 0 0,1 0 0,-1 0 0,-6 6 0,-9 3 0,11-9 0,1 1 0,0 0 0,1 0 0,-8 9 0,-14 12 0,24-23 0,0-1 0,0 0 0,1 1 0,-1 0 0,1-1 0,0 1 0,0 1 0,0-1 0,0 0 0,1 1 0,0-1 0,0 1 0,0 0 0,-1 6 0,3-10 0,0 0 0,0 1 0,0-1 0,0 0 0,0 0 0,1 1 0,-1-1 0,0 0 0,1 0 0,-1 0 0,1 1 0,-1-1 0,1 0 0,0 0 0,-1 0 0,1 0 0,0 0 0,0 0 0,0 0 0,0 0 0,0-1 0,0 1 0,0 0 0,0 0 0,0-1 0,0 1 0,0-1 0,1 1 0,-1-1 0,0 1 0,0-1 0,1 0 0,1 1 0,47 4 0,-45-5 0,60-3-91,-41 1 160,1 1 1,38 4 0,-56-2-169,-1 0 0,0 0 0,0 0 0,0 1 0,0 0 1,0 0-1,0 1 0,-1 0 0,1 0 0,-1 0 0,0 0 1,0 1-1,0 0 0,9 9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734 1 24575,'0'18'0,"0"0"0,-6 28 0,5-40 0,0 0 0,-1 0 0,0 0 0,0 0 0,-1-1 0,1 1 0,-1 0 0,0-1 0,-1 0 0,1 0 0,-6 6 0,-2 0 0,0 0 0,1 1 0,0 0 0,1 1 0,1 0 0,0 0 0,0 1 0,1 0 0,1 0 0,-5 16 0,-3 23 0,-3-2 0,-2 0 0,-50 93 0,-32 27 0,-59 54 0,150-210 0,5-7 0,-1 0 0,0 0 0,0 0 0,-1-1 0,0 0 0,0 0 0,0 0 0,-1-1 0,0-1 0,-12 7 0,-78 52-1365,79-55-5461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24575,'8'0'0,"-1"1"0,1 0 0,-1 1 0,1 0 0,-1 0 0,0 1 0,0-1 0,0 1 0,0 1 0,10 6 0,-2 0 0,0 1 0,0 1 0,14 15 0,-19-16 0,-1 0 0,-1 1 0,9 14 0,22 29 0,71 56 0,-50-53 0,-24-13 0,-31-36 0,1-1 0,1 0 0,0 0 0,0-1 0,0 1 0,10 6 0,-6-5 0,0 0 0,-1 2 0,0-1 0,-1 1 0,9 13 0,19 20 0,-32-37 0,0 0 0,0 0 0,-1 0 0,7 15 0,-8-15 0,1 0 0,0 0 0,0 0 0,0-1 0,1 0 0,7 8 0,96 75 0,-29-27-1365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734 1 24575,'0'18'0,"0"0"0,-6 28 0,5-40 0,0 0 0,-1 0 0,0 0 0,0 0 0,-1-1 0,1 1 0,-1 0 0,0-1 0,-1 0 0,1 0 0,-6 6 0,-2 0 0,0 0 0,1 1 0,0 0 0,1 1 0,1 0 0,0 0 0,0 1 0,1 0 0,1 0 0,-5 16 0,-3 23 0,-3-2 0,-2 0 0,-50 93 0,-32 27 0,-59 54 0,150-210 0,5-7 0,-1 0 0,0 0 0,0 0 0,-1-1 0,0 0 0,0 0 0,0 0 0,-1-1 0,0-1 0,-12 7 0,-78 52-1365,79-55-5461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24575,'8'0'0,"-1"1"0,1 0 0,-1 1 0,1 0 0,-1 0 0,0 1 0,0-1 0,0 1 0,0 1 0,10 6 0,-2 0 0,0 1 0,0 1 0,14 15 0,-19-16 0,-1 0 0,-1 1 0,9 14 0,22 29 0,71 56 0,-50-53 0,-24-13 0,-31-36 0,1-1 0,1 0 0,0 0 0,0-1 0,0 1 0,10 6 0,-6-5 0,0 0 0,-1 2 0,0-1 0,-1 1 0,9 13 0,19 20 0,-32-37 0,0 0 0,0 0 0,-1 0 0,7 15 0,-8-15 0,1 0 0,0 0 0,0 0 0,0-1 0,1 0 0,7 8 0,96 75 0,-29-27-1365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734 1 24575,'0'18'0,"0"0"0,-6 28 0,5-40 0,0 0 0,-1 0 0,0 0 0,0 0 0,-1-1 0,1 1 0,-1 0 0,0-1 0,-1 0 0,1 0 0,-6 6 0,-2 0 0,0 0 0,1 1 0,0 0 0,1 1 0,1 0 0,0 0 0,0 1 0,1 0 0,1 0 0,-5 16 0,-3 23 0,-3-2 0,-2 0 0,-50 93 0,-32 27 0,-59 54 0,150-210 0,5-7 0,-1 0 0,0 0 0,0 0 0,-1-1 0,0 0 0,0 0 0,0 0 0,-1-1 0,0-1 0,-12 7 0,-78 52-1365,79-55-5461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24575,'8'0'0,"-1"1"0,1 0 0,-1 1 0,1 0 0,-1 0 0,0 1 0,0-1 0,0 1 0,0 1 0,10 6 0,-2 0 0,0 1 0,0 1 0,14 15 0,-19-16 0,-1 0 0,-1 1 0,9 14 0,22 29 0,71 56 0,-50-53 0,-24-13 0,-31-36 0,1-1 0,1 0 0,0 0 0,0-1 0,0 1 0,10 6 0,-6-5 0,0 0 0,-1 2 0,0-1 0,-1 1 0,9 13 0,19 20 0,-32-37 0,0 0 0,0 0 0,-1 0 0,7 15 0,-8-15 0,1 0 0,0 0 0,0 0 0,0-1 0,1 0 0,7 8 0,96 75 0,-29-27-1365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734 1 24575,'0'18'0,"0"0"0,-6 28 0,5-40 0,0 0 0,-1 0 0,0 0 0,0 0 0,-1-1 0,1 1 0,-1 0 0,0-1 0,-1 0 0,1 0 0,-6 6 0,-2 0 0,0 0 0,1 1 0,0 0 0,1 1 0,1 0 0,0 0 0,0 1 0,1 0 0,1 0 0,-5 16 0,-3 23 0,-3-2 0,-2 0 0,-50 93 0,-32 27 0,-59 54 0,150-210 0,5-7 0,-1 0 0,0 0 0,0 0 0,-1-1 0,0 0 0,0 0 0,0 0 0,-1-1 0,0-1 0,-12 7 0,-78 52-1365,79-55-5461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24575,'8'0'0,"-1"1"0,1 0 0,-1 1 0,1 0 0,-1 0 0,0 1 0,0-1 0,0 1 0,0 1 0,10 6 0,-2 0 0,0 1 0,0 1 0,14 15 0,-19-16 0,-1 0 0,-1 1 0,9 14 0,22 29 0,71 56 0,-50-53 0,-24-13 0,-31-36 0,1-1 0,1 0 0,0 0 0,0-1 0,0 1 0,10 6 0,-6-5 0,0 0 0,-1 2 0,0-1 0,-1 1 0,9 13 0,19 20 0,-32-37 0,0 0 0,0 0 0,-1 0 0,7 15 0,-8-15 0,1 0 0,0 0 0,0 0 0,0-1 0,1 0 0,7 8 0,96 75 0,-29-27-1365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734 1 24575,'0'18'0,"0"0"0,-6 28 0,5-40 0,0 0 0,-1 0 0,0 0 0,0 0 0,-1-1 0,1 1 0,-1 0 0,0-1 0,-1 0 0,1 0 0,-6 6 0,-2 0 0,0 0 0,1 1 0,0 0 0,1 1 0,1 0 0,0 0 0,0 1 0,1 0 0,1 0 0,-5 16 0,-3 23 0,-3-2 0,-2 0 0,-50 93 0,-32 27 0,-59 54 0,150-210 0,5-7 0,-1 0 0,0 0 0,0 0 0,-1-1 0,0 0 0,0 0 0,0 0 0,-1-1 0,0-1 0,-12 7 0,-78 52-1365,79-55-5461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24575,'8'0'0,"-1"1"0,1 0 0,-1 1 0,1 0 0,-1 0 0,0 1 0,0-1 0,0 1 0,0 1 0,10 6 0,-2 0 0,0 1 0,0 1 0,14 15 0,-19-16 0,-1 0 0,-1 1 0,9 14 0,22 29 0,71 56 0,-50-53 0,-24-13 0,-31-36 0,1-1 0,1 0 0,0 0 0,0-1 0,0 1 0,10 6 0,-6-5 0,0 0 0,-1 2 0,0-1 0,-1 1 0,9 13 0,19 20 0,-32-37 0,0 0 0,0 0 0,-1 0 0,7 15 0,-8-15 0,1 0 0,0 0 0,0 0 0,0-1 0,1 0 0,7 8 0,96 75 0,-29-27-1365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734 1 24575,'0'18'0,"0"0"0,-6 28 0,5-40 0,0 0 0,-1 0 0,0 0 0,0 0 0,-1-1 0,1 1 0,-1 0 0,0-1 0,-1 0 0,1 0 0,-6 6 0,-2 0 0,0 0 0,1 1 0,0 0 0,1 1 0,1 0 0,0 0 0,0 1 0,1 0 0,1 0 0,-5 16 0,-3 23 0,-3-2 0,-2 0 0,-50 93 0,-32 27 0,-59 54 0,150-210 0,5-7 0,-1 0 0,0 0 0,0 0 0,-1-1 0,0 0 0,0 0 0,0 0 0,-1-1 0,0-1 0,-12 7 0,-78 52-1365,79-55-5461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24575,'8'0'0,"-1"1"0,1 0 0,-1 1 0,1 0 0,-1 0 0,0 1 0,0-1 0,0 1 0,0 1 0,10 6 0,-2 0 0,0 1 0,0 1 0,14 15 0,-19-16 0,-1 0 0,-1 1 0,9 14 0,22 29 0,71 56 0,-50-53 0,-24-13 0,-31-36 0,1-1 0,1 0 0,0 0 0,0-1 0,0 1 0,10 6 0,-6-5 0,0 0 0,-1 2 0,0-1 0,-1 1 0,9 13 0,19 20 0,-32-37 0,0 0 0,0 0 0,-1 0 0,7 15 0,-8-15 0,1 0 0,0 0 0,0 0 0,0-1 0,1 0 0,7 8 0,96 75 0,-29-27-1365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734 1 24575,'0'18'0,"0"0"0,-6 28 0,5-40 0,0 0 0,-1 0 0,0 0 0,0 0 0,-1-1 0,1 1 0,-1 0 0,0-1 0,-1 0 0,1 0 0,-6 6 0,-2 0 0,0 0 0,1 1 0,0 0 0,1 1 0,1 0 0,0 0 0,0 1 0,1 0 0,1 0 0,-5 16 0,-3 23 0,-3-2 0,-2 0 0,-50 93 0,-32 27 0,-59 54 0,150-210 0,5-7 0,-1 0 0,0 0 0,0 0 0,-1-1 0,0 0 0,0 0 0,0 0 0,-1-1 0,0-1 0,-12 7 0,-78 52-1365,79-55-5461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24575,'8'0'0,"-1"1"0,1 0 0,-1 1 0,1 0 0,-1 0 0,0 1 0,0-1 0,0 1 0,0 1 0,10 6 0,-2 0 0,0 1 0,0 1 0,14 15 0,-19-16 0,-1 0 0,-1 1 0,9 14 0,22 29 0,71 56 0,-50-53 0,-24-13 0,-31-36 0,1-1 0,1 0 0,0 0 0,0-1 0,0 1 0,10 6 0,-6-5 0,0 0 0,-1 2 0,0-1 0,-1 1 0,9 13 0,19 20 0,-32-37 0,0 0 0,0 0 0,-1 0 0,7 15 0,-8-15 0,1 0 0,0 0 0,0 0 0,0-1 0,1 0 0,7 8 0,96 75 0,-29-27-1365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734 1 24575,'0'18'0,"0"0"0,-6 28 0,5-40 0,0 0 0,-1 0 0,0 0 0,0 0 0,-1-1 0,1 1 0,-1 0 0,0-1 0,-1 0 0,1 0 0,-6 6 0,-2 0 0,0 0 0,1 1 0,0 0 0,1 1 0,1 0 0,0 0 0,0 1 0,1 0 0,1 0 0,-5 16 0,-3 23 0,-3-2 0,-2 0 0,-50 93 0,-32 27 0,-59 54 0,150-210 0,5-7 0,-1 0 0,0 0 0,0 0 0,-1-1 0,0 0 0,0 0 0,0 0 0,-1-1 0,0-1 0,-12 7 0,-78 52-1365,79-55-5461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24575,'8'0'0,"-1"1"0,1 0 0,-1 1 0,1 0 0,-1 0 0,0 1 0,0-1 0,0 1 0,0 1 0,10 6 0,-2 0 0,0 1 0,0 1 0,14 15 0,-19-16 0,-1 0 0,-1 1 0,9 14 0,22 29 0,71 56 0,-50-53 0,-24-13 0,-31-36 0,1-1 0,1 0 0,0 0 0,0-1 0,0 1 0,10 6 0,-6-5 0,0 0 0,-1 2 0,0-1 0,-1 1 0,9 13 0,19 20 0,-32-37 0,0 0 0,0 0 0,-1 0 0,7 15 0,-8-15 0,1 0 0,0 0 0,0 0 0,0-1 0,1 0 0,7 8 0,96 75 0,-29-27-1365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24575,'1215'0'0,"-1190"1"0,-1 2 0,35 7 0,31 3 0,-62-10 0,36 9 0,-38-7 0,-1-1 0,29 2 0,86-7-1365,-115 1-5461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106 13 24575,'0'0'0,"0"-1"0,0 1 0,0-1 0,0 1 0,0-1 0,1 1 0,-1-1 0,0 1 0,0-1 0,0 1 0,0-1 0,1 1 0,-1-1 0,0 1 0,0-1 0,1 1 0,-1-1 0,0 1 0,1 0 0,-1-1 0,1 1 0,-1 0 0,0-1 0,1 1 0,-1 0 0,1-1 0,-1 1 0,1 0 0,-1 0 0,1 0 0,-1-1 0,1 1 0,-1 0 0,1 0 0,-1 0 0,1 0 0,-1 0 0,1 0 0,-1 0 0,1 0 0,-1 0 0,1 0 0,-1 0 0,1 1 0,-1-1 0,1 0 0,-1 0 0,1 0 0,-1 1 0,1-1 0,-1 0 0,1 0 0,-1 1 0,1 0 0,26 15 0,2 10 0,19 15 0,-46-40 0,0 0 0,0 0 0,-1 0 0,1 0 0,0 1 0,-1-1 0,1 1 0,0-1 0,-1 1 0,0 0 0,1-1 0,-1 1 0,0 0 0,0 0 0,0 0 0,0 0 0,0 0 0,-1 0 0,1 0 0,0 0 0,-1 0 0,0 1 0,1-1 0,-1 0 0,0 0 0,0 0 0,0 0 0,-1 1 0,1 1 0,-2 0 0,0 1 0,0-1 0,0 0 0,-1 0 0,1 0 0,-1 0 0,0-1 0,0 1 0,0-1 0,-1 0 0,1 0 0,-9 6 0,-2 2 0,0 2 0,-19 21 0,-21 19 0,40-43-227,1 1-1,0 1 1,1 0-1,1 1 1,-16 20-1,17-17-6598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60 24575,'7'-1'0,"0"0"0,1 0 0,-1 0 0,0-1 0,9-4 0,20-4 0,34-5 0,-46 8 0,-1 2 0,2 1 0,28-2 0,-25 6 0,142 2 0,-161 0 0,-1 0 0,1 0 0,-1 1 0,0 0 0,0 0 0,0 1 0,9 5 0,-9-5 0,0 1 0,0-1 0,1-1 0,0 1 0,0-2 0,9 3 0,32 0 0,-31-4 0,-1 0 0,22 6 0,7 2 0,1-3 0,-1-2 0,1-2 0,66-5 0,-11 1 0,377 2 0,-455-1 45,0-2-1,34-7 1,29-4-1544,-64 13-5327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0 24575,'0'7'0,"0"0"0,0 1 0,0-1 0,1 0 0,0 0 0,0 0 0,0 0 0,1 0 0,1-1 0,-1 1 0,1-1 0,0 1 0,0-1 0,5 7 0,12 15 0,1-2 0,45 45 0,-51-54 0,-1 1 0,-1 0 0,14 26 0,-26-42 0,1 1 0,0 1 0,0-1 0,0 1 0,-1 0 0,1 0 0,-1 0 0,0 0 0,0 0 0,-1 0 0,1 0 0,-1 0 0,0 0 0,0 0 0,0 0 0,-1 0 0,1 0 0,-1 0 0,0 0 0,0 0 0,0 0 0,-1-1 0,1 1 0,-1 0 0,0-1 0,0 1 0,0-1 0,-1 0 0,-4 6 0,-7 6 0,-1-1 0,0-1 0,-1 0 0,-28 17 0,5-3 0,27-17-341,0-1 0,1 2-1,-12 13 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393 0 24575,'-9'1'0,"1"-1"0,0 1 0,0 1 0,-1-1 0,1 1 0,0 1 0,1 0 0,-1 0 0,0 0 0,1 1 0,-9 6 0,-26 9 0,30-15 0,1 1 0,0 0 0,-12 9 0,-33 16 0,42-24 0,1 1 0,-21 14 0,27-16 0,0 0 0,1 0 0,0 1 0,0 0 0,0 0 0,1 1 0,0 0 0,0 0 0,-6 12 0,9-15 0,1-1 0,0 1 0,0 0 0,0-1 0,0 1 0,1 0 0,-1-1 0,1 1 0,0 0 0,0 0 0,0 0 0,1-1 0,0 1 0,-1 0 0,1-1 0,0 1 0,1 0 0,-1-1 0,1 0 0,-1 1 0,1-1 0,0 0 0,0 0 0,3 4 0,66 70 0,-62-68 0,1 1 0,1-2 0,20 14 0,18 15 0,-34-25-68,0-1 0,1-1 1,0 0-1,24 10 0,-18-9-958,-6-3-5800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241 1 24575,'0'5'0,"-1"0"0,-1-1 0,1 1 0,-1 0 0,1-1 0,-1 1 0,-1-1 0,1 1 0,-1-1 0,1 0 0,-1 0 0,0 0 0,-1 0 0,1-1 0,-1 1 0,-6 4 0,-6 6 0,-2-1 0,-25 14 0,34-22 0,0 1 0,0 0 0,1 1 0,0 0 0,0 0 0,1 1 0,-1-1 0,2 2 0,-1-1 0,1 1 0,1 0 0,-1 0 0,2 0 0,-1 1 0,-3 12 0,7-20 0,0 1 0,0-1 0,1 1 0,-1-1 0,1 1 0,0-1 0,-1 1 0,1-1 0,0 1 0,0-1 0,1 1 0,-1-1 0,0 1 0,1-1 0,0 1 0,-1-1 0,1 1 0,0-1 0,0 0 0,1 0 0,-1 1 0,0-1 0,1 0 0,-1 0 0,1 0 0,0 0 0,0-1 0,3 4 0,5 2 0,1-1 0,0 0 0,0 0 0,0-2 0,13 5 0,-15-6 0,0 0 0,0 1 0,-1-1 0,0 2 0,1-1 0,9 8 0,-5 2-1365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58 24575,'5'-1'0,"0"0"0,0-1 0,0 1 0,0-1 0,8-4 0,7-3 0,2 1 0,1 1 0,0 1 0,0 1 0,1 1 0,28-1 0,624 4 0,-306 3 0,-280-3 0,102 3 0,-124 11 0,-51-8 0,1-2 0,21 3 0,-13-5-1365,-2-1-5461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283 1 24575,'0'2'0,"-1"0"0,1-1 0,-1 1 0,1 0 0,-1 0 0,0 0 0,0 0 0,0 0 0,0-1 0,0 1 0,0 0 0,0-1 0,-1 1 0,1-1 0,-1 1 0,-1 0 0,-29 23 0,23-19 0,-2 3 0,0 0 0,0 1 0,-11 15 0,13-14 0,-1 0 0,0-1 0,-18 14 0,15-16 0,1 2 0,-1-1 0,2 1 0,0 1 0,0 0 0,-11 15 0,20-23 0,0 1 0,-1 0 0,1-1 0,1 1 0,-1 0 0,0 0 0,1 0 0,0 0 0,0 1 0,0-1 0,1 0 0,-1 0 0,1 1 0,0-1 0,0 0 0,1 0 0,-1 1 0,1-1 0,0 0 0,0 0 0,0 0 0,1 0 0,0 0 0,-1 0 0,1 0 0,0 0 0,4 3 0,2 3 0,0 0 0,1-1 0,0 0 0,0-1 0,17 11 0,-3-1 0,-13-11 0,0 0 0,0-1 0,16 6 0,-15-7 0,-1 0 0,0 1 0,17 12 0,-19-12 0,0-1 0,0-1 0,0 1 0,1-1 0,-1 0 0,1-1 0,0 0 0,0-1 0,12 2 0,-10-1 0,0-1 0,0 2 0,-1-1 0,1 1 0,14 8 0,11 8-1365,-19-13-5461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24575,'5'1'0,"0"0"0,0 1 0,-1 0 0,1 0 0,-1 0 0,1 0 0,6 6 0,-1-2 0,139 68 0,-144-71 0,-1-2 0,0 2 0,0-1 0,1 0 0,-1 1 0,-1 0 0,1-1 0,0 2 0,-1-1 0,1 0 0,-1 1 0,0-1 0,0 1 0,0 0 0,-1 0 0,0 0 0,1 1 0,-1-1 0,-1 0 0,1 1 0,-1-1 0,1 1 0,-1 0 0,-1-1 0,1 1 0,-1 0 0,1 0 0,-1-1 0,-1 1 0,1 0 0,-1 0 0,0-1 0,0 1 0,0 0 0,0-1 0,-1 1 0,0-1 0,0 0 0,0 1 0,-1-1 0,1 0 0,-5 5 0,-12 13 0,0-1 0,-1 0 0,-1-2 0,-1 0 0,-27 17 0,44-33-170,0 1-1,0 0 0,0 1 1,0-1-1,1 1 0,0 0 1,-7 10-1,-1 3-6655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30 24575,'454'0'0,"-433"-1"0,1-1 0,36-9 0,-35 6 0,0 1 0,27-1 0,263 4 0,-146 2 0,-145 0 0,-1 2 0,38 7 0,-37-4 0,2-2 0,25 1 0,115-7 0,67 4 0,-103 22 0,104-20-4,-140-5-1357,-68 1-5465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24575,'1'2'0,"0"1"0,-1-1 0,1 1 0,0-1 0,0 1 0,1-1 0,-1 0 0,0 1 0,1-1 0,-1 0 0,1 0 0,3 3 0,24 23 0,-28-27 0,26 21 0,48 29 0,-12-9 0,-58-38 0,-1 1 0,1-1 0,0 1 0,-1 0 0,0 1 0,-1-1 0,1 1 0,4 10 0,-4-9 0,0 1 0,1-1 0,-1 0 0,11 12 0,-12-17 0,0 1 0,0 0 0,-1-1 0,1 2 0,-1-1 0,1 0 0,-1 0 0,0 1 0,-1-1 0,1 1 0,1 5 0,-2-6 0,-1-1 0,-1 1 0,1 0 0,0-1 0,-1 1 0,1-1 0,-1 1 0,0-1 0,0 1 0,0-1 0,0 0 0,0 1 0,0-1 0,-1 0 0,1 0 0,-1 0 0,0 0 0,-3 3 0,-62 88 0,49-66 0,-1 0 0,-27 28 0,33-40-1365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24575,'1102'0'-1365,"-1078"0"-5461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24575,'4'0'0,"0"0"0,0 0 0,0 1 0,0 0 0,0 0 0,0 0 0,0 0 0,0 1 0,0 0 0,0 0 0,-1 0 0,1 0 0,5 4 0,1 3 0,0 0 0,16 21 0,12 12 0,-23-30 0,-1 0 0,0 0 0,-1 0 0,-1 1 0,13 16 0,-23-25 0,1 0 0,-1 0 0,1 0 0,-1 0 0,-1 0 0,1 0 0,0 0 0,-1 1 0,0-1 0,0 1 0,0-1 0,-1 1 0,0-1 0,1 1 0,-1-1 0,-1 1 0,1-1 0,-1 1 0,0-1 0,0 1 0,-3 6 0,2-5 0,-1-1 0,0 1 0,0-1 0,0 0 0,-1 0 0,0 0 0,0-1 0,0 1 0,-8 5 0,-47 30 0,48-34 0,1 0 0,0 1 0,0 0 0,0 1 0,1 0 0,-14 15 0,10-7-1365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367 0 24575,'0'7'0,"0"0"0,-1 0 0,0 0 0,0 0 0,-1 0 0,1 0 0,-2-1 0,1 1 0,-1-1 0,-4 9 0,-1-3 0,0-1 0,0 0 0,-1-1 0,-14 13 0,-8 14 0,24-27 0,0-1 0,-1-1 0,-10 10 0,-6 0 0,0-1 0,-1-1 0,-1-1 0,-39 16 0,61-30 0,1 0 0,0 1 0,0 0 0,-1 0 0,2 0 0,-1 0 0,0 0 0,0 0 0,1 1 0,-1-1 0,1 1 0,-1 0 0,1 0 0,0 0 0,0 0 0,1 0 0,-1 0 0,1 1 0,-1-1 0,1 0 0,0 1 0,0-1 0,1 1 0,-1-1 0,1 1 0,0 0 0,-1-1 0,2 1 0,-1-1 0,0 1 0,1-1 0,-1 1 0,1-1 0,0 1 0,0-1 0,1 1 0,-1-1 0,1 0 0,0 0 0,-1 0 0,4 4 0,130 176 0,-105-151 0,-25-28 0,0 0 0,-1 0 0,1 1 0,-1 0 0,0-1 0,6 12 0,0 2-1365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249 1 24575,'-2'4'0,"0"0"0,0 0 0,0 1 0,0-1 0,-1 0 0,1-1 0,-1 1 0,0 0 0,0-1 0,0 0 0,-1 0 0,-4 4 0,-1 2 0,-4 4 0,0 1 0,1 1 0,1 0 0,0 1 0,1 0 0,1 0 0,0 1 0,1 1 0,1-1 0,1 1 0,-7 29 0,-14 67 0,24-101 0,-2 0 0,1 0 0,-9 16 0,7-19 0,2 1 0,0-1 0,0 1 0,1 0 0,-3 13 0,6-22 0,0 0 0,0 0 0,0 0 0,1 1 0,-1-1 0,0 0 0,1 0 0,0 0 0,-1 0 0,1 0 0,0 0 0,0 0 0,0 0 0,0 0 0,0 0 0,1 0 0,-1 0 0,1-1 0,-1 1 0,1-1 0,-1 1 0,1-1 0,0 0 0,0 1 0,0-1 0,4 2 0,5 2 0,1 0 0,1 0 0,20 4 0,-3-1 0,9 6 0,107 42 0,-139-51 0,0-1 0,1 1 0,-1 0 0,-1 0 0,12 12 0,-13-12 0,1 1 0,0-1 0,0 0 0,1 0 0,-1-1 0,1 0 0,11 5 0,-5-3 22,0 1 0,0 0 0,-1 1 0,0 0 0,17 15 1,-16-12-398,1 0 1,0-2-1,23 13 1,-21-15-6452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0 143 24575,'397'0'0,"-374"-2"0,-1 0 0,43-11 0,-5 1 0,1 2 0,-22 2 0,1 2 0,45 0 0,14 8 0,83-4 0,-114-11 0,-50 9 0,0 0 0,21-1 0,-11 2 0,35-9 0,-38 7 0,1 1 0,28-2 0,-29 5 0,48-11 0,-48 6 0,50-2 0,94 8-1365,-145 0-5461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1 24575,'4'0'0,"-1"0"0,0 0 0,0 1 0,0 0 0,0 0 0,0 0 0,0 0 0,0 0 0,0 0 0,0 1 0,0-1 0,0 1 0,3 3 0,31 32 0,-31-30 0,0 0 0,0-1 0,1 1 0,0-2 0,7 6 0,19 10 0,-1 0 0,51 46 0,-82-66 0,1 0 0,-1 0 0,0 1 0,1-1 0,-1 0 0,0 1 0,0-1 0,0 1 0,0-1 0,0 1 0,0-1 0,0 1 0,0 0 0,-1-1 0,1 1 0,-1 0 0,1 0 0,-1 0 0,0-1 0,1 1 0,-1 0 0,0 0 0,0 0 0,-1 0 0,1-1 0,0 1 0,0 0 0,-1 0 0,0 0 0,1-1 0,-1 1 0,0 0 0,1-1 0,-1 1 0,0 0 0,0-1 0,0 1 0,-3 2 0,-5 4 0,-1 1 0,1-1 0,-1-1 0,-22 13 0,-4 3 0,-31 52 0,37-50-70,10-9-362,0 2 1,-20 21-1,27-22-6394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24575,'1694'0'-1365,"-1670"0"-5461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24575,'2'0'0,"-1"0"0,1 1 0,0-1 0,0 1 0,0-1 0,-1 1 0,1 0 0,0 0 0,-1 0 0,1 0 0,0 0 0,-1 0 0,0 0 0,1 1 0,-1-1 0,0 1 0,2 1 0,21 34 0,-13-20 0,-1-5 0,-1 0 0,1 0 0,1-1 0,0 0 0,1-1 0,0 0 0,1-1 0,-1-1 0,2 0 0,14 7 0,-25-13 0,0 0 0,1 0 0,-1 1 0,0-1 0,0 1 0,0-1 0,0 1 0,-1 0 0,1 1 0,-1-1 0,0 0 0,0 1 0,0-1 0,0 1 0,0-1 0,-1 1 0,0 0 0,0 0 0,0 0 0,0 0 0,-1 0 0,1-1 0,-1 1 0,0 0 0,0 0 0,0 0 0,-1 0 0,1 0 0,-1 0 0,0 0 0,0 0 0,-1 0 0,1-1 0,-1 1 0,-3 6 0,-29 38-45,16-20-395,-1-2 0,-29 31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188 1 24575,'0'8'0,"-1"0"0,0 1 0,0-1 0,-1 0 0,0 0 0,-1 0 0,1 0 0,-2 0 0,-6 13 0,-4 1 0,-30 37 0,9-12 0,25-31 0,1 1 0,1 0 0,-9 25 0,0 2 0,16-42 0,0 1 0,0 0 0,0 0 0,0 0 0,0 0 0,1 0 0,-1 0 0,1 0 0,0 0 0,0 0 0,0 0 0,0 0 0,1 0 0,-1 0 0,1 0 0,0 0 0,-1-1 0,2 1 0,-1 0 0,0 0 0,0-1 0,1 1 0,-1 0 0,1-1 0,0 0 0,0 1 0,4 3 0,5 4 0,1-1 0,0-1 0,0 0 0,24 11 0,6 6 0,4 10-36,-38-27-97,1-1 0,0 0 0,0-1 0,0 0 0,1 0 1,0-1-1,0 0 0,1 0 0,14 3 0,-4-4-6693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161 0 24575,'-2'14'0,"-1"-1"0,0 0 0,-1 0 0,-1 0 0,0 0 0,0-1 0,-2 1 0,-9 14 0,11-17 0,-17 24 0,15-23 0,-1 1 0,-9 22 0,8-10 0,1 1 0,-7 34 0,2-16-1365,7-25-5461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4:48.2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231 1 24575,'-2'23'0,"0"0"0,-1 0 0,-2 0 0,0 0 0,-10 23 0,1 2 0,6 0 0,8-42 0,-1 0 0,1 0 0,-1 0 0,0 0 0,-1 0 0,1 0 0,-1 0 0,0-1 0,-1 1 0,1-1 0,-1 1 0,0-1 0,-1 0 0,1 0 0,-1 0 0,-6 6 0,-9 3 0,11-9 0,1 1 0,0 0 0,1 0 0,-8 9 0,-14 12 0,24-23 0,0-1 0,0 0 0,1 1 0,-1 0 0,1-1 0,0 1 0,0 1 0,0-1 0,0 0 0,1 1 0,0-1 0,0 1 0,0 0 0,-1 6 0,3-10 0,0 0 0,0 1 0,0-1 0,0 0 0,0 0 0,1 1 0,-1-1 0,0 0 0,1 0 0,-1 0 0,1 1 0,-1-1 0,1 0 0,0 0 0,-1 0 0,1 0 0,0 0 0,0 0 0,0 0 0,0 0 0,0-1 0,0 1 0,0 0 0,0 0 0,0-1 0,0 1 0,0-1 0,1 1 0,-1-1 0,0 1 0,0-1 0,1 0 0,1 1 0,47 4 0,-45-5 0,60-3-91,-41 1 160,1 1 1,38 4 0,-56-2-169,-1 0 0,0 0 0,0 0 0,0 1 0,0 0 1,0 0-1,0 1 0,-1 0 0,1 0 0,-1 0 0,0 0 1,0 1-1,0 0 0,9 9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5:11.42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795 4 24575,'-24'0'0,"8"-1"0,0 1 0,-1 0 0,1 1 0,0 1 0,0 0 0,0 1 0,0 1 0,0 1 0,-15 6 0,-96 39 0,87-36 0,-60 29 0,93-39 0,-8 2 0,1 2 0,0-1 0,1 2 0,-1 0 0,2 0 0,-1 1 0,1 1 0,1 0 0,-19 25 0,16-16 0,1 1 0,2 0 0,0 0 0,-8 26 0,6-16 0,-18 31 0,22-46 0,1 0 0,0 0 0,1 1 0,1 0 0,0 0 0,2 0 0,0 1 0,-2 20 0,3 20 0,8 83 0,-5-134 0,2 0 0,-1-1 0,1 1 0,0 0 0,1-1 0,-1 1 0,1-1 0,1 1 0,-1-1 0,1 0 0,0-1 0,0 1 0,9 7 0,4 3 0,1 0 0,34 21 0,18 16 0,-59-43 0,0-1 0,1-1 0,0 0 0,0 0 0,1-1 0,0-1 0,0 0 0,1-1 0,17 5 0,-6-4 0,1-2 0,-1-1 0,1-1 0,33-1 0,338-2 0,-376 2 0,1 1 0,36 9 0,-35-6 0,0-1 0,27 1 0,508-3 0,-269-4 0,276 2 0,-545-3 0,0 0 0,-1 0 0,1-2 0,0-1 0,-1 0 0,0-1 0,28-16 0,-37 19 0,2-2 0,0-1 0,-1-1 0,0 0 0,0 0 0,0-1 0,-1 0 0,14-17 0,-3 0 0,-1 0 0,16-30 0,-28 41 0,-1 0 0,0-1 0,-1 0 0,-1 0 0,0 0 0,-1 0 0,-1-1 0,1-21 0,-1-19 0,-5-63 0,0 31 0,1 63 0,0-1 0,-1 0 0,-11-45 0,9 54 0,-1 0 0,0 1 0,-1 0 0,-1 0 0,-11-20 0,11 25 0,0 1 0,0 0 0,-1 1 0,-17-19 0,20 25 0,-1-1 0,1 1 0,-1 0 0,0 1 0,0-1 0,0 1 0,0 0 0,-1 1 0,1-1 0,-1 1 0,-7-1 0,-2 0 0,0-1 0,1-1 0,0-1 0,0 0 0,-18-9 0,17 8 0,0 1 0,0 0 0,-1 2 0,-32-6 0,7 2 0,-15-7 0,39 9 0,-1 1 0,1 1 0,-35-3 0,-28 3 0,-88 9 0,96 10 0,31-5 0,-124 21 0,135-25 0,-51 15 0,-9 3 0,63-20 0,-37 0 0,39-3 0,-46 7 0,-126 42-1365,175-43-5461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5:21.54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933 2 24575,'-28'2'0,"1"1"0,0 2 0,0 0 0,0 2 0,-42 16 0,-21 6 0,63-22 0,19-6 0,-1 1 0,1 1 0,-1-1 0,1 1 0,0 1 0,0-1 0,0 1 0,1 1 0,-1-1 0,-8 8 0,-55 44 0,43-36 0,-41 40 0,17-11 0,30-29 0,1 0 0,1 1 0,-19 26 0,31-33 0,0 1 0,-11 29 0,-4 7 0,-4 5 0,3 0 0,-26 87 0,46-129 0,-3 8 0,1 0 0,1 1 0,1 0 0,-2 37 0,5-41 0,2 1 0,0-1 0,1 1 0,1-1 0,6 21 0,-7-32 0,0-1 0,1 1 0,1-1 0,-1 0 0,1 0 0,0 0 0,0-1 0,1 0 0,0 1 0,0-1 0,1-1 0,0 1 0,0-1 0,0 0 0,10 6 0,0-1 0,-1 2 0,17 15 0,-2-1 0,-23-20 0,1 0 0,-1-1 0,1 0 0,0-1 0,0 1 0,1-2 0,-1 1 0,1-1 0,14 3 0,11 3 0,-12-4 0,-1 0 0,43 4 0,-34-6 0,-1 2 0,1 1 0,-1 2 0,44 17 0,48 11 0,-77-25 0,-21-5 0,0-1 0,0-1 0,31 1 0,81-7 0,69 4 0,-136 11 0,-50-9 0,0 0 0,21 1 0,119-5 0,21 2 0,-111 11 0,-50-9 0,0 0 0,21 1 0,321-2 0,-185-5 0,-57 4 0,131-5 0,-216-2 0,-1-1 0,50-16 0,-1 1 0,-68 17 0,-1 1 0,1-2 0,-1 0 0,0 0 0,0-1 0,0-1 0,-1 0 0,0 0 0,17-16 0,-9 5 0,0-2 0,-1-1 0,25-37 0,-6 0 0,-3-2 0,-3-1 0,31-82 0,-51 115 0,-2 0 0,-1-1 0,-1-1 0,-1 1 0,-2-1 0,1-49 0,-4 21 0,-4-82 0,1 128 0,0-1 0,0 1 0,-2 0 0,1 0 0,-2 0 0,1 1 0,-2-1 0,1 1 0,-1 0 0,-11-13 0,11 18 0,0 1 0,-1 0 0,0 0 0,0 0 0,0 1 0,-1 0 0,-8-3 0,-26-16 0,22 9 0,-1 0 0,0 1 0,-1 1 0,-1 1 0,0 1 0,0 2 0,-1 0 0,-31-7 0,31 12 0,0-2 0,0 0 0,0-2 0,1 0 0,0-2 0,-30-16 0,35 16 0,-1 1 0,0 1 0,-1 0 0,0 2 0,-28-5 0,-26-8 0,50 13 0,-1 1 0,1 0 0,-1 2 0,-47 2 0,-23-1 0,25-12 0,52 8 0,0 2 0,-19-3 0,-324 4 0,186 4 0,132-3 0,-1-1 0,-66-12 0,63 8-176,-1 1-1,-78 4 1,94 1-660,7 1-5990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6:41.95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908 30 24575,'-20'1'0,"0"0"0,0 1 0,1 1 0,-1 1 0,1 1 0,0 0 0,-29 13 0,23-4 0,-27 20 0,35-23 0,0 0 0,-1 0 0,0-2 0,-20 8 0,24-12 0,0 2 0,1-1 0,-1 2 0,1 0 0,0 0 0,-15 14 0,-64 69 0,47-45 0,33-31 0,-1 0 0,2 1 0,0 0 0,-15 32 0,2-2 0,9-20 0,-1-1 0,-1-1 0,-2 0 0,-22 23 0,33-39 0,0 0 0,1 0 0,-1 1 0,2 0 0,-1 0 0,1 0 0,1 1 0,0 0 0,0 0 0,1 0 0,0 1 0,1-1 0,0 1 0,1 0 0,0 0 0,0 0 0,1 21 0,1-9 0,4 125 0,-3-138 0,2-1 0,-1-1 0,1 1 0,1 0 0,-1-1 0,1 1 0,1-1 0,0 0 0,0-1 0,0 1 0,1-1 0,0 0 0,1 0 0,-1-1 0,1 0 0,1 0 0,-1-1 0,1 1 0,0-2 0,0 1 0,0-1 0,1 0 0,8 2 0,149 26 0,-101-20 0,-42-7 0,0-1 0,35 2 0,101-8 21,77 4-611,-168 11 448,-50-8 151,0-1 1,21 1-1,64 9-9,-68-8 0,52 3 0,-64-7 114,1 1 1,27 7-1,-27-5-1,0-1 1,27 2-1,204-6-113,-114-1 0,-120 2 0,0 1 0,38 9 0,-36-6 0,0-1 0,27 2 0,-33-6 0,16 1 0,36-3 0,-58 1 0,0-1 0,-1 0 0,1-1 0,-1 0 0,1 0 0,-1-1 0,12-7 0,-14 8 0,-1-1 0,0-1 0,0 1 0,0-1 0,-1 0 0,1-1 0,-1 0 0,0 0 0,-1 0 0,1-1 0,-2 1 0,1-1 0,0 0 0,-1-1 0,-1 1 0,4-10 0,1-3 0,-6 14 0,0 0 0,0 1 0,1-1 0,-1 1 0,1 0 0,1 0 0,-1 0 0,6-6 0,88-107 0,-92 109 0,0 0 0,0-1 0,-1 0 0,-1 1 0,0-2 0,0 1 0,-1 0 0,0-1 0,-1 1 0,1-16 0,5-27 0,-1 12 0,-4 24 0,1 1 0,1-1 0,0 1 0,8-20 0,-3 17 0,-2 1 0,0-2 0,-2 1 0,0-1 0,5-38 0,-10 47 0,1 0 0,-2 0 0,1 1 0,-1-1 0,-1 0 0,0 0 0,-1 1 0,0-1 0,0 1 0,-1 0 0,0 0 0,-10-15 0,3 9 0,0 1 0,-1 0 0,-1 1 0,-22-19 0,10 10 0,19 16 0,2 2 0,0 1 0,-1 0 0,1 0 0,-1 0 0,1 0 0,-1 1 0,0 0 0,-1 0 0,1 0 0,0 0 0,-1 1 0,0 0 0,1 0 0,-9-1 0,-2 0 0,0-1 0,1-1 0,0 0 0,0-1 0,0-1 0,-19-11 0,1 0 0,20 13 0,-1 0 0,0 0 0,0 2 0,0 0 0,-23-2 0,20 3 0,0-1 0,0-1 0,-26-9 0,-2-3 0,-68-15 0,89 27 0,0 1 0,-25-1 0,22 2 0,-35-6 0,-120-26 0,42 6 0,107 23-58,-2 1 0,1 1-1,-58 4 1,44 0-1074,24-1-5694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6:43.10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453 1 24575,'-3'0'0,"1"1"0,-1 0 0,1-1 0,0 1 0,-1 1 0,1-1 0,0 0 0,0 0 0,0 1 0,0-1 0,0 1 0,0 0 0,0 0 0,0-1 0,1 1 0,-1 0 0,-1 4 0,-24 37 0,9-12 0,-34 44 0,31-46 0,-28 47 0,7 13 0,-23 38 0,47-93 0,0 0 0,-13 40 0,24-56 0,1-6 0,0 0 0,-14 19 0,14-23 0,0 1 0,1 0 0,0 1 0,-6 14 0,11-14-1365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6:43.60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 24575,'2'1'0,"1"0"0,-1 1 0,0-1 0,1 1 0,-1 0 0,0 0 0,0 0 0,0 0 0,-1 0 0,1 0 0,0 1 0,-1-1 0,1 1 0,-1-1 0,2 4 0,2 4 0,32 47 0,48 97 0,-77-139 0,1 0 0,1-1 0,1 0 0,20 22 0,-9-12 0,-9-9 0,1 0 0,1-1 0,0 0 0,21 14 0,-26-21 0,0 2 0,-1-1 0,11 15 0,-14-17 0,-1 1 0,1-1 0,0 0 0,1 0 0,-1 0 0,1-1 0,0 0 0,14 7 0,-11-12-1365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6:44.71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392 0 24575,'-1'13'0,"-1"0"0,0 0 0,-1 0 0,0-1 0,-1 1 0,-1-1 0,0 0 0,0 0 0,-1-1 0,-1 1 0,-11 15 0,-4 10 0,11-17 0,2 1 0,-12 35 0,15-36 0,-1-1 0,-1-1 0,-19 35 0,-20 13 0,29-43 0,1 0 0,1 1 0,-17 37 0,-7 11 0,7-13 0,24-42-1365,2-6-5461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6:45.17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0 24575,'1'0'0,"0"1"0,0-1 0,-1 0 0,1 0 0,0 1 0,0-1 0,0 0 0,-1 1 0,1-1 0,0 1 0,0-1 0,-1 1 0,1 0 0,-1-1 0,1 1 0,0 0 0,-1-1 0,1 1 0,-1 0 0,1-1 0,-1 1 0,1 1 0,9 24 0,-6-13 0,6 10 0,9 39 0,-15-45 0,0 0 0,2-1 0,0 0 0,0 0 0,17 26 0,-18-34 12,-1 0 0,1 0-1,-2 1 1,1-1-1,3 18 1,4 8-1447,-3-17-5391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6:46.36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686 1 24575,'-5'0'0,"1"1"0,-1 1 0,0-1 0,0 1 0,1-1 0,-1 2 0,1-1 0,-1 0 0,1 1 0,0 0 0,0 0 0,0 0 0,1 0 0,-5 5 0,-26 19 0,4-9 0,2 2 0,0 1 0,2 1 0,0 2 0,2 0 0,0 2 0,-27 38 0,40-50 0,-1-1 0,-22 19 0,22-23 0,1 1 0,1 1 0,0 0 0,-14 20 0,13-13 0,6-9 0,-1 0 0,0 0 0,0-1 0,0 0 0,-10 8 0,-60 58 0,1 14-1365,61-75-5461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5T15:06:46.98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 24575,'1'5'0,"1"0"0,-1 0 0,1 0 0,0 0 0,4 8 0,3 7 0,-4-5 0,2 1 0,0-1 0,0-1 0,1 0 0,1 0 0,1 0 0,0-1 0,0 0 0,1-1 0,1 0 0,25 19 0,-26-22-151,-1 0-1,0 1 0,-1 1 0,0-1 1,0 2-1,-1-1 0,-1 1 1,7 13-1,-7-8-6674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4T00:51:19.172"/>
    </inkml:context>
    <inkml:brush xml:id="br0">
      <inkml:brushProperty name="width" value="0.35" units="cm"/>
      <inkml:brushProperty name="height" value="0.35" units="cm"/>
      <inkml:brushProperty name="color" value="#66CC00"/>
    </inkml:brush>
  </inkml:definitions>
  <inkml:trace contextRef="#ctx0" brushRef="#br0">0 116 24575,'8'1'0,"-1"0"0,0 0 0,1 1 0,-1 0 0,0 1 0,0-1 0,12 7 0,-10-5 0,-1 0 0,0-1 0,1 0 0,0 0 0,10 1 0,110 12 0,-101-13 0,-1 0 0,36-2 0,15 1 0,-18 8 0,-44-6 0,0-1 0,22 1 0,63 7 0,-68-6 0,50 1 0,526-7 0,-591 0 0,0-1 0,34-8 0,-10 1 0,59-15 0,-28 5 0,-48 14 0,-2-1 0,1 2 0,0 0 0,30 0 0,-21 3 0,0-1 0,0-1 0,-1-1 0,1-3 0,-1 0 0,47-18 0,-50 15 0,-1 2 0,2 1 0,30-3 0,27-6 0,-43 11 0,-38 6 0,0-1 0,0-1 0,0 1 0,0-1 0,0 0 0,0 0 0,0-1 0,0 0 0,-1 0 0,1 0 0,6-4 0,-11 5-39,-1 1 0,0 0 0,1 0 0,-1-1-39,0 1 39,1-1 0,-1 1 0,0 0 0,0-1 0,1 1 0,-1-1 0,0 1 0,0 0 0,0-1 0,0 1 0,0-1 0,0 1 0,1-1 0,-1 1 0,0 0 0,0-1 0,0 1 0,0-1 0,-1 1 0,1-1 0,0 1 0,0 0 0,0-1 0,0 1 0,0-1 0,0 1 0,-1 0 0,1-1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4T00:51:20.632"/>
    </inkml:context>
    <inkml:brush xml:id="br0">
      <inkml:brushProperty name="width" value="0.35" units="cm"/>
      <inkml:brushProperty name="height" value="0.35" units="cm"/>
      <inkml:brushProperty name="color" value="#66CC00"/>
    </inkml:brush>
  </inkml:definitions>
  <inkml:trace contextRef="#ctx0" brushRef="#br0">1 1 24575,'1'0'0,"1"1"0,0-1 0,-1 1 0,1-1 0,-1 1 0,1-1 0,-1 1 0,1 0 0,-1 0 0,1 0 0,-1 0 0,0 0 0,0 0 0,1 0 0,-1 1 0,0-1 0,1 2 0,20 30 0,-10-15 0,11 16 0,-19-27 0,0 0 0,1 0 0,-1-1 0,1 1 0,1-1 0,-1-1 0,1 1 0,10 7 0,-8-8 0,0 1 0,-1 0 0,1 0 0,-1 1 0,-1 0 0,1 0 0,-1 0 0,-1 1 0,7 11 0,-7-11 0,0-1 0,1 1 0,-1-1 0,1-1 0,1 1 0,-1-1 0,1 0 0,0 0 0,1-1 0,9 6 0,-7-5 0,0 1 0,-1 0 0,0 1 0,0-1 0,10 14 0,-6-6 0,0 1 0,1-2 0,0 0 0,1 0 0,31 20 0,-23-23 0,1-1 0,0 0 0,1-2 0,-1-1 0,36 5 0,-60-12 0,3 1 0,-1-1 0,0 1 0,0-1 0,0 1 0,1 0 0,-1 0 0,0 0 0,0 1 0,0-1 0,-1 0 0,1 1 0,0-1 0,0 1 0,-1 0 0,1-1 0,-1 1 0,1 0 0,1 3 0,-1-1 0,-1 0 0,1 0 0,-1 0 0,0 0 0,0 0 0,0 0 0,-1 0 0,0 0 0,1 0 0,-2 5 0,1-1 0,-1 0 0,0 1 0,-1-1 0,0 0 0,0 0 0,-1 0 0,0-1 0,0 1 0,-1 0 0,-5 8 0,-13 13 0,-2 3 0,1 0 0,2 2 0,-18 38 0,29-47 0,-1-1 0,-2 0 0,0-1 0,-1-1 0,-2 0 0,0-1 0,-1 0 0,-1-1 0,-30 25 0,-7 2 0,37-30 0,-1-1 0,-25 18 0,23-18 163,18-12-149,-1-1-1,1 0 1,-1 0-1,0 0 1,0-1 0,0 0-1,-4 3 1,7-5-64,-1 0 1,1 0-1,0 1 0,0-1 1,0 0-1,-1 0 1,1 0-1,0 0 0,0-1 1,-1 1-1,1 0 1,0 0-1,0-1 0,0 1 1,0-1-1,0 1 1,0-1-1,-1 1 0,1-1 1,0 0-1,1 0 1,-1 1-1,0-1 0,0 0 1,0 0-1,0 0 1,1 0-1,-1 0 0,0 0 1,1 0-1,-1 0 1,0-2-1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4T00:51:39.159"/>
    </inkml:context>
    <inkml:brush xml:id="br0">
      <inkml:brushProperty name="width" value="0.35" units="cm"/>
      <inkml:brushProperty name="height" value="0.35" units="cm"/>
      <inkml:brushProperty name="color" value="#66CC00"/>
    </inkml:brush>
  </inkml:definitions>
  <inkml:trace contextRef="#ctx0" brushRef="#br0">2777 0 24575,'-2'4'0,"1"-1"0,-1 0 0,1 1 0,-1-1 0,0 0 0,0 0 0,-1-1 0,-2 5 0,-6 7 0,6-6 0,-1 0 0,0 0 0,0 0 0,-1-1 0,0 0 0,0 0 0,0-1 0,-9 6 0,-1-2 0,1-1 0,-1 0 0,-22 7 0,-7 7 0,37-17 0,0-1 0,0-1 0,-1 1 0,0-2 0,-15 5 0,-7-1 0,3-1 0,-1-1 0,-53 2 0,29-7 0,21-2 0,0 2 0,1 2 0,-64 10 0,62-6 0,-1-2 0,0-1 0,0-2 0,-41-4 0,-4 1 0,-1635 2 0,1676-4-1365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4T00:51:41.236"/>
    </inkml:context>
    <inkml:brush xml:id="br0">
      <inkml:brushProperty name="width" value="0.35" units="cm"/>
      <inkml:brushProperty name="height" value="0.35" units="cm"/>
      <inkml:brushProperty name="color" value="#66CC00"/>
    </inkml:brush>
  </inkml:definitions>
  <inkml:trace contextRef="#ctx0" brushRef="#br0">726 1 24575,'1'77'0,"-3"86"0,1-151 0,0-1 0,0 1 0,-1-1 0,-1 1 0,0-1 0,0 0 0,-1 0 0,-1-1 0,0 1 0,0-1 0,-1 0 0,0 0 0,-1-1 0,0 1 0,-1-2 0,0 1 0,0-1 0,-12 9 0,-64 48 0,73-56 0,1 0 0,1 1 0,0 1 0,-15 21 0,-17 19 0,20-28 0,14-15 0,0 0 0,0 0 0,-1-1 0,0 0 0,-1 0 0,1-1 0,-1 0 0,0-1 0,-18 8 0,-73 32 0,90-43 0,0 1 0,0-2 0,-1 1 0,1-2 0,-1 1 0,-12-2 0,8 1 0,0 0 0,-27 4 0,38-4 0,1 1 0,-1 0 0,1 0 0,-1 1 0,1-1 0,0 0 0,0 1 0,-1 0 0,1 0 0,0 0 0,0 0 0,1 1 0,-1-1 0,0 1 0,1-1 0,-3 4 0,5-5 0,0 0 0,-1 0 0,1 0 0,0 0 0,0 0 0,0 0 0,0 0 0,0 0 0,0 0 0,0 0 0,0 0 0,0 0 0,1 0 0,-1 0 0,0 0 0,1 0 0,-1 0 0,0-1 0,1 1 0,-1 0 0,1 0 0,0 0 0,-1 0 0,1-1 0,0 1 0,-1 0 0,1-1 0,0 1 0,0-1 0,-1 1 0,1-1 0,0 1 0,0-1 0,1 1 0,40 22 0,-33-19 0,20 10 0,2-2 0,0-1 0,33 7 0,5 2 0,131 49 0,-155-49 0,-38-16 0,-1 0 0,1-1 0,0 0 0,0 0 0,0-1 0,14 4 0,-13-5 0,0 2 0,0-1 0,0 1 0,0 0 0,0 1 0,-1 0 0,0 0 0,1 1 0,-2 0 0,1 0 0,0 0 0,7 10 0,28 19 0,-28-26 0,0 0 0,0-1 0,26 8 0,12 7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4T03:02:48.478"/>
    </inkml:context>
    <inkml:brush xml:id="br0">
      <inkml:brushProperty name="width" value="0.35" units="cm"/>
      <inkml:brushProperty name="height" value="0.35" units="cm"/>
      <inkml:brushProperty name="color" value="#66CC00"/>
    </inkml:brush>
  </inkml:definitions>
  <inkml:trace contextRef="#ctx0" brushRef="#br0">0 116 24575,'8'1'0,"-1"0"0,0 0 0,1 1 0,-1 0 0,0 1 0,0-1 0,12 7 0,-10-5 0,-1 0 0,0-1 0,1 0 0,0 0 0,10 1 0,110 12 0,-101-13 0,-1 0 0,36-2 0,15 1 0,-18 8 0,-44-6 0,0-1 0,22 1 0,63 7 0,-68-6 0,50 1 0,526-7 0,-591 0 0,0-1 0,34-8 0,-10 1 0,59-15 0,-28 5 0,-48 14 0,-2-1 0,1 2 0,0 0 0,30 0 0,-21 3 0,0-1 0,0-1 0,-1-1 0,1-3 0,-1 0 0,47-18 0,-50 15 0,-1 2 0,2 1 0,30-3 0,27-6 0,-43 11 0,-38 6 0,0-1 0,0-1 0,0 1 0,0-1 0,0 0 0,0 0 0,0-1 0,0 0 0,-1 0 0,1 0 0,6-4 0,-11 5-39,-1 1 0,0 0 0,1 0 0,-1-1-39,0 1 39,1-1 0,-1 1 0,0 0 0,0-1 0,1 1 0,-1-1 0,0 1 0,0 0 0,0-1 0,0 1 0,0-1 0,0 1 0,1-1 0,-1 1 0,0 0 0,0-1 0,0 1 0,0-1 0,-1 1 0,1-1 0,0 1 0,0 0 0,0-1 0,0 1 0,0-1 0,0 1 0,-1 0 0,1-1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4T03:02:48.479"/>
    </inkml:context>
    <inkml:brush xml:id="br0">
      <inkml:brushProperty name="width" value="0.35" units="cm"/>
      <inkml:brushProperty name="height" value="0.35" units="cm"/>
      <inkml:brushProperty name="color" value="#66CC00"/>
    </inkml:brush>
  </inkml:definitions>
  <inkml:trace contextRef="#ctx0" brushRef="#br0">1 1 24575,'1'0'0,"1"1"0,0-1 0,-1 1 0,1-1 0,-1 1 0,1-1 0,-1 1 0,1 0 0,-1 0 0,1 0 0,-1 0 0,0 0 0,0 0 0,1 0 0,-1 1 0,0-1 0,1 2 0,20 30 0,-10-15 0,11 16 0,-19-27 0,0 0 0,1 0 0,-1-1 0,1 1 0,1-1 0,-1-1 0,1 1 0,10 7 0,-8-8 0,0 1 0,-1 0 0,1 0 0,-1 1 0,-1 0 0,1 0 0,-1 0 0,-1 1 0,7 11 0,-7-11 0,0-1 0,1 1 0,-1-1 0,1-1 0,1 1 0,-1-1 0,1 0 0,0 0 0,1-1 0,9 6 0,-7-5 0,0 1 0,-1 0 0,0 1 0,0-1 0,10 14 0,-6-6 0,0 1 0,1-2 0,0 0 0,1 0 0,31 20 0,-23-23 0,1-1 0,0 0 0,1-2 0,-1-1 0,36 5 0,-60-12 0,3 1 0,-1-1 0,0 1 0,0-1 0,0 1 0,1 0 0,-1 0 0,0 0 0,0 1 0,0-1 0,-1 0 0,1 1 0,0-1 0,0 1 0,-1 0 0,1-1 0,-1 1 0,1 0 0,1 3 0,-1-1 0,-1 0 0,1 0 0,-1 0 0,0 0 0,0 0 0,0 0 0,-1 0 0,0 0 0,1 0 0,-2 5 0,1-1 0,-1 0 0,0 1 0,-1-1 0,0 0 0,0 0 0,-1 0 0,0-1 0,0 1 0,-1 0 0,-5 8 0,-13 13 0,-2 3 0,1 0 0,2 2 0,-18 38 0,29-47 0,-1-1 0,-2 0 0,0-1 0,-1-1 0,-2 0 0,0-1 0,-1 0 0,-1-1 0,-30 25 0,-7 2 0,37-30 0,-1-1 0,-25 18 0,23-18 163,18-12-149,-1-1-1,1 0 1,-1 0-1,0 0 1,0-1 0,0 0-1,-4 3 1,7-5-64,-1 0 1,1 0-1,0 1 0,0-1 1,0 0-1,-1 0 1,1 0-1,0 0 0,0-1 1,-1 1-1,1 0 1,0 0-1,0-1 0,0 1 1,0-1-1,0 1 1,0-1-1,-1 1 0,1-1 1,0 0-1,1 0 1,-1 1-1,0-1 0,0 0 1,0 0-1,0 0 1,1 0-1,-1 0 0,0 0 1,1 0-1,-1 0 1,0-2-1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4T03:02:48.480"/>
    </inkml:context>
    <inkml:brush xml:id="br0">
      <inkml:brushProperty name="width" value="0.35" units="cm"/>
      <inkml:brushProperty name="height" value="0.35" units="cm"/>
      <inkml:brushProperty name="color" value="#66CC00"/>
    </inkml:brush>
  </inkml:definitions>
  <inkml:trace contextRef="#ctx0" brushRef="#br0">2777 0 24575,'-2'4'0,"1"-1"0,-1 0 0,1 1 0,-1-1 0,0 0 0,0 0 0,-1-1 0,-2 5 0,-6 7 0,6-6 0,-1 0 0,0 0 0,0 0 0,-1-1 0,0 0 0,0 0 0,0-1 0,-9 6 0,-1-2 0,1-1 0,-1 0 0,-22 7 0,-7 7 0,37-17 0,0-1 0,0-1 0,-1 1 0,0-2 0,-15 5 0,-7-1 0,3-1 0,-1-1 0,-53 2 0,29-7 0,21-2 0,0 2 0,1 2 0,-64 10 0,62-6 0,-1-2 0,0-1 0,0-2 0,-41-4 0,-4 1 0,-1635 2 0,1676-4-1365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4T03:02:48.481"/>
    </inkml:context>
    <inkml:brush xml:id="br0">
      <inkml:brushProperty name="width" value="0.35" units="cm"/>
      <inkml:brushProperty name="height" value="0.35" units="cm"/>
      <inkml:brushProperty name="color" value="#66CC00"/>
    </inkml:brush>
  </inkml:definitions>
  <inkml:trace contextRef="#ctx0" brushRef="#br0">726 1 24575,'1'77'0,"-3"86"0,1-151 0,0-1 0,0 1 0,-1-1 0,-1 1 0,0-1 0,0 0 0,-1 0 0,-1-1 0,0 1 0,0-1 0,-1 0 0,0 0 0,-1-1 0,0 1 0,-1-2 0,0 1 0,0-1 0,-12 9 0,-64 48 0,73-56 0,1 0 0,1 1 0,0 1 0,-15 21 0,-17 19 0,20-28 0,14-15 0,0 0 0,0 0 0,-1-1 0,0 0 0,-1 0 0,1-1 0,-1 0 0,0-1 0,-18 8 0,-73 32 0,90-43 0,0 1 0,0-2 0,-1 1 0,1-2 0,-1 1 0,-12-2 0,8 1 0,0 0 0,-27 4 0,38-4 0,1 1 0,-1 0 0,1 0 0,-1 1 0,1-1 0,0 0 0,0 1 0,-1 0 0,1 0 0,0 0 0,0 0 0,1 1 0,-1-1 0,0 1 0,1-1 0,-3 4 0,5-5 0,0 0 0,-1 0 0,1 0 0,0 0 0,0 0 0,0 0 0,0 0 0,0 0 0,0 0 0,0 0 0,0 0 0,0 0 0,1 0 0,-1 0 0,0 0 0,1 0 0,-1 0 0,0-1 0,1 1 0,-1 0 0,1 0 0,0 0 0,-1 0 0,1-1 0,0 1 0,-1 0 0,1-1 0,0 1 0,0-1 0,-1 1 0,1-1 0,0 1 0,0-1 0,1 1 0,40 22 0,-33-19 0,20 10 0,2-2 0,0-1 0,33 7 0,5 2 0,131 49 0,-155-49 0,-38-16 0,-1 0 0,1-1 0,0 0 0,0 0 0,0-1 0,14 4 0,-13-5 0,0 2 0,0-1 0,0 1 0,0 0 0,0 1 0,-1 0 0,0 0 0,1 1 0,-2 0 0,1 0 0,0 0 0,7 10 0,28 19 0,-28-26 0,0 0 0,0-1 0,26 8 0,12 7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7:47.196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498 18 24575,'0'-1'0,"0"0"0,-1 0 0,1 0 0,0 0 0,-1 0 0,1 0 0,-1 1 0,1-1 0,-1 0 0,0 0 0,1 1 0,-1-1 0,0 0 0,0 1 0,1-1 0,-1 0 0,0 1 0,0-1 0,0 1 0,0 0 0,1-1 0,-1 1 0,0 0 0,0-1 0,0 1 0,0 0 0,0 0 0,0 0 0,-2 0 0,-30 0 0,29 0 0,0 1 0,0 0 0,0 0 0,0 1 0,1-1 0,-1 1 0,0 0 0,1 0 0,-1 0 0,1 0 0,0 1 0,-1-1 0,1 1 0,0 0 0,1 0 0,-1 0 0,0 0 0,1 0 0,0 1 0,-3 4 0,4-6 0,-5 6 0,1-1 0,-1 0 0,0-1 0,0 0 0,0 1 0,-1-2 0,0 1 0,0-1 0,-1 0 0,0-1 0,1 0 0,-1 0 0,-1 0 0,1-1 0,0 0 0,-1-1 0,-9 2 0,3 0 0,1 1 0,0 0 0,0 1 0,0 0 0,1 2 0,0-1 0,1 2 0,-18 14 0,9-8 0,15-10 0,0 1 0,0 0 0,0 1 0,1-1 0,0 1 0,0 0 0,1 0 0,-1 1 0,2-1 0,-1 1 0,1 0 0,0 0 0,1 0 0,0 1 0,0-1 0,1 0 0,0 1 0,0 16 0,3 348 0,-2-365 0,1 0 0,0 0 0,0 0 0,1 0 0,0-1 0,1 1 0,0-1 0,0 1 0,0-1 0,1 0 0,0 0 0,8 11 0,7 4 0,0-1 0,26 24 0,-18-20 0,27 16 0,-13-11 0,-35-26 0,-1 0 0,1 0 0,0-1 0,-1 0 0,2 0 0,-1 0 0,0-1 0,0 0 0,12 2 0,4-1 0,37 0 0,-39-3 0,40 7 0,-3 0 0,0-1 0,0-4 0,63-4 0,-19 0 0,-90 1 0,-1 0 0,1-1 0,-1-1 0,0 0 0,0 0 0,0-1 0,0 0 0,-1-1 0,15-9 0,38-16 0,-21 14 0,-12 4 0,55-13 0,-79 23 0,0 1 0,0-1 0,0 0 0,0-1 0,0 1 0,-1-1 0,1 0 0,-1 0 0,0 0 0,1-1 0,-2 1 0,1-1 0,0 0 0,-1 0 0,1-1 0,-1 1 0,-1-1 0,1 1 0,-1-1 0,1 0 0,-1 0 0,0 0 0,-1 0 0,0 0 0,2-7 0,1-14 0,0 0 0,-2-1 0,-2-46 0,0 59 0,1-79 0,-3-63 0,-1 143 0,-1-1 0,0 1 0,-1 0 0,0 0 0,-1 0 0,-1 0 0,0 1 0,-13-18 0,3 3 0,-51-64 0,52 72 0,6 8 0,-1 2 0,0-1 0,0 1 0,-1 1 0,0 0 0,-1 1 0,-22-10 0,-14-9 0,35 20-2,1 0-1,-1 1 1,-1 0 0,1 1-1,-1 0 1,1 2 0,-25-3-1,-16-2-1343,33 2-5480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8:02.387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1 24575,'4'1'0,"1"0"0,-1 0 0,0 1 0,0-1 0,1 1 0,-1 0 0,5 4 0,13 4 0,259 103 0,-249-94 0,9 4 0,-23-16 0,0 1 0,-1 1 0,0 0 0,25 19 0,46 24 0,-80-48 0,0-1 0,-1 0 0,1-1 0,0 1 0,0-2 0,12 3 0,-10-3 0,-1 0 0,1 2 0,-1-1 0,15 7 0,14 10 0,1-2 0,0-1 0,1-2 0,1-1 0,0-3 0,55 7 0,7 2 0,-74-13 0,-1 0 0,55 2 0,-66-7 0,0 1 0,30 7 0,-2 0 0,-8-4 0,0 2 0,74 2 0,-74-8 0,44 8 0,-43-4 0,41 0 0,395 16-3523,-408-11 4603,-42-6-100,44 2 0,59-8-460,96 4-557,-145 8 37,-46-5 0,43 1 0,1888-5-1244,-930-3 2488,-1008 1-1244,44-9 0,-44 6 0,42-2 0,278 4-1257,561-12-4270,-610 9 2168,-198-5 4641,32 0 717,-115 10-1981,233-12 2057,35-12-2180,-16 20 887,-33 3-428,-157-10 221,-50 7 43,46-3 0,1005 8 1309,-1051-2-1927,45-9 0,20 0 0,600 9 37,-338 3-714,425-2 1317,-747-2-640,47-8 0,-30 2 0,188-27 0,-146 30 0,-46 3 0,64-11 0,-60 7 0,1 2 0,-1 2 0,54 4 0,-6 1 0,18-1 0,122-5 0,-181-7 0,-42 6 0,1 1 0,23-1 0,5 3 0,-18 1 0,0-1 0,-1-1 0,33-6 0,6-5 0,71-4 0,-98 11 0,56-15 0,-55 11 0,-22 7 0,15-5 0,50-6 0,-12 6 0,-16 2 0,56-1 0,15 8-1365,-102-1-5461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8:26.154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0 626 24575,'0'-3'0,"1"0"0,-1 1 0,1-1 0,0 1 0,-1-1 0,1 1 0,0-1 0,0 1 0,1 0 0,-1 0 0,0-1 0,1 1 0,0 0 0,-1 0 0,1 0 0,0 1 0,0-1 0,0 0 0,0 1 0,0-1 0,0 1 0,1 0 0,-1-1 0,0 1 0,4-1 0,8-3 0,0 0 0,1 1 0,17-3 0,-18 4 0,124-17 0,-102 16 0,44-2 0,-44 5 0,41-7 0,-20 1 0,1 3 0,95 5 0,-50 1 0,-66-2 0,-1-2 0,56-9 0,-66 8 0,0 0 0,43 2 0,16-1 0,-74 0 0,0-1 0,0 0 0,0-1 0,-1 0 0,1-1 0,-1 0 0,0-1 0,12-9 0,16-7 0,-21 14 0,-1 1 0,1 1 0,0 1 0,35-6 0,-24 5 0,133-44 0,-132 42 0,-15 4 0,-1 0 0,0 1 0,23-2 0,39-5 0,-52 6 0,43-3 0,-45 7 0,0-1 0,-1-1 0,30-6 0,-16 1 0,-16 3 0,-1 0 0,1-1 0,25-11 0,-28 9 0,-9 5 0,0 0 0,0-1 0,-1 0 0,1 0 0,-1 0 0,0-1 0,0 0 0,0 0 0,7-9 0,-8 9 0,1 0 0,-1 0 0,1 1 0,0-1 0,0 1 0,0 0 0,1 1 0,-1-1 0,7-2 0,-5 3 0,-1-1 0,1 0 0,-1 0 0,0-1 0,9-6 0,-2 0 0,0 1 0,1 0 0,28-12 0,9-6 0,-21 13 81,-24 12-322,0 0 0,-1-1 0,1 1 0,-1-1 0,6-4 0,-2-1-6585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8:30.207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271 1 24575,'-13'1'0,"1"2"0,-1-1 0,1 2 0,0 0 0,0 0 0,-14 7 0,16-6 0,3-1 0,0 1 0,1 0 0,-1 0 0,1 1 0,1 0 0,-1 0 0,1 1 0,0-1 0,0 1 0,-5 11 0,-8 8 0,11-17 0,1-2 0,1 1 0,0-1 0,0 1 0,0 0 0,1 0 0,0 0 0,1 1 0,-4 11 0,0 12 0,1-1 0,2 1 0,0 59 0,4-86 0,-1 6 0,1 0 0,0 0 0,1 0 0,0 1 0,1-1 0,0 0 0,0 0 0,2 0 0,-1-1 0,1 1 0,10 18 0,4-3 0,-14-21 0,0 0 0,-1 0 0,0 0 0,0 0 0,0 1 0,0-1 0,-1 1 0,0 0 0,0 0 0,1 8 0,-3-10 0,0 0 0,1 0 0,-1 0 0,1 0 0,0 0 0,0-1 0,0 1 0,0 0 0,1 0 0,0-1 0,-1 1 0,1-1 0,0 1 0,1-1 0,-1 0 0,1 0 0,-1 0 0,1 0 0,0 0 0,0-1 0,0 1 0,1-1 0,-1 0 0,1 0 0,-1 0 0,1 0 0,-1 0 0,1-1 0,8 2 0,167 73 0,-159-68 0,-1-1 0,1-1 0,0-1 0,1 0 0,41 3 0,-41-5 0,-1 1 0,1 1 0,30 12 0,-34-10 0,1-1 0,1-1 0,-1 0 0,37 3 0,235-7 0,-138-3 0,-140 1 0,0 0 0,0-1 0,-1 0 0,1-1 0,22-9 0,-19 6 0,1 1 0,24-5 0,-30 8 0,1-1 0,-2 0 0,1 0 0,11-7 0,23-7 0,12-3 0,11-3 0,-35 14 0,-1-1 0,33-16 0,-40 15 0,-2 1 0,0 0 0,-1-2 0,0-1 0,-1-1 0,0 0 0,-1-1 0,-1-2 0,0 0 0,-2 0 0,0-2 0,20-28 0,-29 35 0,0 1 0,-1-1 0,0 0 0,-1-1 0,0 1 0,-1-1 0,4-25 0,-4 17 0,-2-1 0,-1 1 0,0-1 0,-4-25 0,2 42 0,0 1 0,0-1 0,0 1 0,-1-1 0,0 1 0,0 0 0,0-1 0,-1 1 0,1 0 0,-1 0 0,-4-4 0,-40-39 0,41 41 0,-6-3 0,0 1 0,-1 0 0,0 1 0,-1 0 0,0 1 0,0 0 0,-17-4 0,10 3 0,-1-1 0,-22-13 0,31 14 0,0 2 0,0 0 0,0 0 0,-1 1 0,1 1 0,-19-3 0,-2 2 0,-48 1 0,29 3 0,22 2 0,0-3 0,0 0 0,-59-11 0,56 7 0,-2 0 0,1 3 0,0 1 0,-42 4 0,-3-1 0,-317-2 0,360 4-1365,24 0-5461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14:11:06.737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0 21389,'1583'0'0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14:11:25.6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62 24575,'4'-1'0,"-1"0"0,1 0 0,0 0 0,-1-1 0,1 1 0,-1-1 0,1 0 0,4-4 0,9-4 0,12-1 0,16-10 0,-44 21 0,-1 0 0,0 0 0,1-1 0,-1 1 0,0 0 0,1 0 0,-1-1 0,0 1 0,1 0 0,-1 0 0,1 0 0,-1 0 0,1 0 0,-1 0 0,0 0 0,1 0 0,-1 0 0,1 0 0,-1 0 0,1 0 0,-1 0 0,0 0 0,1 0 0,-1 0 0,1 0 0,-1 0 0,0 0 0,1 1 0,-1-1 0,1 0 0,-1 0 0,0 1 0,1-1 0,5 18 0,-6 31 0,-1-40 0,-1 350 0,15-266 0,-20-102-1365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14:11:27.2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24575,'4'0'0,"4"0"0,5 0 0,3 0 0,3 0 0,2 0 0,0 0 0,1 0 0,-1 0 0,1 0 0,-1 0 0,1 0 0,-1 0 0,-1 0 0,1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14:11:32.7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0 770 24575,'2'0'0,"20"-1"0,0 1 0,0 1 0,0 1 0,0 1 0,-1 1 0,1 0 0,24 10 0,-18-5 0,0-1 0,0-2 0,0-1 0,49 3 0,-72-7 0,13 2 0,0 0 0,33 11 0,-36-9 0,0 0 0,0-1 0,0-1 0,26 2 0,27-6 0,-39 0 0,0 1 0,0 2 0,55 9 0,-20 6 0,92 16 0,-55-14 0,-68-11 0,1-2 0,68 3 0,-87-9 0,25-1 0,0 2 0,74 11 0,19 10 0,-96-17 0,0-1 0,-1-1 0,73-6 0,-23 1 0,-69 2 0,11-1 0,0 2 0,0 1 0,45 9 0,-51-7 0,0-1 0,39 0 0,-39-2 0,1 0 0,35 7 0,-21-2 0,-1-2 0,1-1 0,0-2 0,37-4 0,9 0 0,563 3 0,-630 0 0,0-2 0,27-6 0,-26 4 0,0 1 0,19-1 0,19 1 0,99-18 0,-115 14 0,42 0 0,-35 3 0,59-16 0,-60 15 0,53-12 0,18-3 0,-55 12 0,-21 2 0,58-1 0,-90 7 0,0-1 0,0 0 0,0-1 0,0 0 0,0 0 0,-1-1 0,1 1 0,-1-2 0,1 1 0,7-6 0,10-7 0,32-27 0,-42 31 0,-9 7 0,-1 0 0,1 1 0,0 0 0,-1 0 0,2 0 0,-1 0 0,0 1 0,1 0 0,-1 0 0,14-3 0,9-2 0,0-1 0,-1-1 0,-1-1 0,0-2 0,0-1 0,35-25 0,-52 34 0,-1 0 0,1 1 0,-1 0 0,1 1 0,14-4 0,-16 6 0,0-1 0,0-1 0,0 1 0,0-1 0,-1-1 0,1 0 0,-1 0 0,0 0 0,0 0 0,7-8 0,77-81 0,-80 81 0,0 0 0,-1-1 0,-1 0 0,0-1 0,-1 0 0,0 0 0,8-25 0,-11 28 0,2-8 0,0-1 0,-2 1 0,0-1 0,-1-1 0,-1 1 0,1-34 0,-4 40 0,1 1 0,0-1 0,1 1 0,0 0 0,1 0 0,1 0 0,0 0 0,1 1 0,0-1 0,12-19 0,-13 27 0,4-10 0,-9 11 0,-8 8 0,-16 7 0,20-10 0,0 1 0,0 0 0,0 1 0,0-1 0,1 1 0,-1 0 0,1 0 0,0 1 0,-1-1 0,-3 5 0,-2 3 0,-1 0 0,-1-2 0,0 1 0,0-1 0,-1-1 0,-27 13 0,-1 2 0,28-16-1365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14:11:33.5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24575,'6'0'0,"0"0"0,0 1 0,0-1 0,0 2 0,-1-1 0,1 1 0,0-1 0,-1 2 0,1-1 0,-1 1 0,1-1 0,-1 2 0,5 3 0,3 4 0,0 0 0,-1 1 0,12 16 0,3 2 0,-17-21-227,0 0-1,0-1 1,1 0-1,0-1 1,23 11-1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6T20:29:35.4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359 1 24575,'-44'28'0,"29"-15"0,-1 0 0,0-1 0,-1-1 0,-28 13 0,-21 15 0,52-28 0,1 0 0,0 1 0,1 1 0,0 0 0,1 0 0,1 1 0,-11 19 0,15-20 0,1 0 0,0 0 0,1 1 0,0 0 0,1-1 0,1 1 0,0 1 0,0-1 0,2 17 0,0-19 0,2 1 0,-1-1 0,1-1 0,1 1 0,0 0 0,1 0 0,6 12 0,41 76 0,-45-91 0,0 0 0,1 0 0,0-1 0,0 1 0,1-2 0,0 1 0,1-1 0,-1 0 0,1-1 0,1 0 0,-1 0 0,1-1 0,0-1 0,0 1 0,0-2 0,1 1 0,17 2 0,13 1 0,0-3 0,0-1 0,58-4 0,-42 1 0,-48 0 0,-1 0 0,1-1 0,-1 0 0,0 0 0,1-1 0,8-2 0,-14 3 0,-1 0 0,1-1 0,-1 1 0,1 0 0,-1-1 0,0 1 0,1-1 0,-1 0 0,0 0 0,0 0 0,0 0 0,-1 0 0,1 0 0,0 0 0,-1-1 0,1 1 0,-1-1 0,0 1 0,0-1 0,0 1 0,0-1 0,0-4 0,17-59 0,-12 50 0,-2-1 0,0 0 0,0 0 0,-2 0 0,1-19 0,-4-7 0,-2-1 0,-9-43 0,8 60 0,3 14 0,-1 0 0,-1 0 0,0 0 0,-1 1 0,0-1 0,-1 1 0,-10-19 0,6 18 0,0 0 0,-1 1 0,0 0 0,-1 1 0,-18-15 0,26 24 0,-24-24-54,15 14-273,0 1-1,-1 0 0,-24-15 0,27 20-6498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6T20:29:36.3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1378 306 24575,'-4'0'0,"-1"-1"0,0 0 0,1 0 0,-1 0 0,0-1 0,1 1 0,0-1 0,-1 0 0,1 0 0,0-1 0,0 1 0,0-1 0,0 0 0,-5-6 0,-7-6 0,2-1 0,-13-18 0,8 10 0,8 13 0,0 0 0,0 1 0,-1 0 0,-1 1 0,1 0 0,-1 1 0,-22-10 0,4 5 0,0 0 0,-46-11 0,-104-16 0,127 35 0,1 2 0,-63 5 0,19 1 0,19-5 0,-88 4 0,148 1 0,0 0 0,-28 9 0,30-6 0,0-2 0,0-1 0,-24 3 0,30-5 0,0 1 0,0 0 0,-16 5 0,22-7-1365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6T20:29:37.2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302 1 24575,'-10'1'0,"0"0"0,0 1 0,1 0 0,-1 0 0,0 1 0,1 1 0,0-1 0,0 2 0,0-1 0,0 1 0,-15 12 0,-30 15 0,13-17 0,34-13 0,0 0 0,0 0 0,0 1 0,0 0 0,1 0 0,-11 7 0,15-8 0,0 0 0,0 0 0,0 0 0,1 0 0,-1 0 0,1 0 0,0 0 0,-1 0 0,1 1 0,0-1 0,0 0 0,1 1 0,-1-1 0,0 1 0,1-1 0,0 1 0,-1-1 0,1 1 0,0-1 0,0 1 0,1 0 0,-1-1 0,0 1 0,2 2 0,1 4 0,0-1 0,1 0 0,0 0 0,0 0 0,1-1 0,0 1 0,1-1 0,-1-1 0,1 1 0,1-1 0,7 7 0,20 23 0,-5 5 0,-21-29 0,0 0 0,1 0 0,0-1 0,1-1 0,15 15 0,-10-17 0,0 0 0,1 0 0,-1-2 0,27 8 0,-6-1 0,6 2 0,-10-4 0,38 19 0,-63-26-227,1-1-1,-1 0 1,1 0-1,0-1 1,14 3-1,-10-4-6598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6T20:30:07.2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7T02:29:20.326"/>
    </inkml:context>
    <inkml:brush xml:id="br0">
      <inkml:brushProperty name="width" value="0.35" units="cm"/>
      <inkml:brushProperty name="height" value="0.35" units="cm"/>
      <inkml:brushProperty name="color" value="#0070C0"/>
    </inkml:brush>
  </inkml:definitions>
  <inkml:trace contextRef="#ctx0" brushRef="#br0">0 116 24575,'8'1'0,"-1"0"0,0 0 0,1 1 0,-1 0 0,0 1 0,0-1 0,12 7 0,-10-5 0,-1 0 0,0-1 0,1 0 0,0 0 0,10 1 0,110 12 0,-101-13 0,-1 0 0,36-2 0,15 1 0,-18 8 0,-44-6 0,0-1 0,22 1 0,63 7 0,-68-6 0,50 1 0,526-7 0,-591 0 0,0-1 0,34-8 0,-10 1 0,59-15 0,-28 5 0,-48 14 0,-2-1 0,1 2 0,0 0 0,30 0 0,-21 3 0,0-1 0,0-1 0,-1-1 0,1-3 0,-1 0 0,47-18 0,-50 15 0,-1 2 0,2 1 0,30-3 0,27-6 0,-43 11 0,-38 6 0,0-1 0,0-1 0,0 1 0,0-1 0,0 0 0,0 0 0,0-1 0,0 0 0,-1 0 0,1 0 0,6-4 0,-11 5-39,-1 1 0,0 0 0,1 0 0,-1-1-39,0 1 39,1-1 0,-1 1 0,0 0 0,0-1 0,1 1 0,-1-1 0,0 1 0,0 0 0,0-1 0,0 1 0,0-1 0,0 1 0,1-1 0,-1 1 0,0 0 0,0-1 0,0 1 0,0-1 0,-1 1 0,1-1 0,0 1 0,0 0 0,0-1 0,0 1 0,0-1 0,0 1 0,-1 0 0,1-1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7T02:29:20.327"/>
    </inkml:context>
    <inkml:brush xml:id="br0">
      <inkml:brushProperty name="width" value="0.35" units="cm"/>
      <inkml:brushProperty name="height" value="0.35" units="cm"/>
      <inkml:brushProperty name="color" value="#0070C0"/>
    </inkml:brush>
  </inkml:definitions>
  <inkml:trace contextRef="#ctx0" brushRef="#br0">1 1 24575,'1'0'0,"1"1"0,0-1 0,-1 1 0,1-1 0,-1 1 0,1-1 0,-1 1 0,1 0 0,-1 0 0,1 0 0,-1 0 0,0 0 0,0 0 0,1 0 0,-1 1 0,0-1 0,1 2 0,20 30 0,-10-15 0,11 16 0,-19-27 0,0 0 0,1 0 0,-1-1 0,1 1 0,1-1 0,-1-1 0,1 1 0,10 7 0,-8-8 0,0 1 0,-1 0 0,1 0 0,-1 1 0,-1 0 0,1 0 0,-1 0 0,-1 1 0,7 11 0,-7-11 0,0-1 0,1 1 0,-1-1 0,1-1 0,1 1 0,-1-1 0,1 0 0,0 0 0,1-1 0,9 6 0,-7-5 0,0 1 0,-1 0 0,0 1 0,0-1 0,10 14 0,-6-6 0,0 1 0,1-2 0,0 0 0,1 0 0,31 20 0,-23-23 0,1-1 0,0 0 0,1-2 0,-1-1 0,36 5 0,-60-12 0,3 1 0,-1-1 0,0 1 0,0-1 0,0 1 0,1 0 0,-1 0 0,0 0 0,0 1 0,0-1 0,-1 0 0,1 1 0,0-1 0,0 1 0,-1 0 0,1-1 0,-1 1 0,1 0 0,1 3 0,-1-1 0,-1 0 0,1 0 0,-1 0 0,0 0 0,0 0 0,0 0 0,-1 0 0,0 0 0,1 0 0,-2 5 0,1-1 0,-1 0 0,0 1 0,-1-1 0,0 0 0,0 0 0,-1 0 0,0-1 0,0 1 0,-1 0 0,-5 8 0,-13 13 0,-2 3 0,1 0 0,2 2 0,-18 38 0,29-47 0,-1-1 0,-2 0 0,0-1 0,-1-1 0,-2 0 0,0-1 0,-1 0 0,-1-1 0,-30 25 0,-7 2 0,37-30 0,-1-1 0,-25 18 0,23-18 163,18-12-149,-1-1-1,1 0 1,-1 0-1,0 0 1,0-1 0,0 0-1,-4 3 1,7-5-64,-1 0 1,1 0-1,0 1 0,0-1 1,0 0-1,-1 0 1,1 0-1,0 0 0,0-1 1,-1 1-1,1 0 1,0 0-1,0-1 0,0 1 1,0-1-1,0 1 1,0-1-1,-1 1 0,1-1 1,0 0-1,1 0 1,-1 1-1,0-1 0,0 0 1,0 0-1,0 0 1,1 0-1,-1 0 0,0 0 1,1 0-1,-1 0 1,0-2-1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7T02:29:20.328"/>
    </inkml:context>
    <inkml:brush xml:id="br0">
      <inkml:brushProperty name="width" value="0.35" units="cm"/>
      <inkml:brushProperty name="height" value="0.35" units="cm"/>
      <inkml:brushProperty name="color" value="#2E75B6"/>
    </inkml:brush>
  </inkml:definitions>
  <inkml:trace contextRef="#ctx0" brushRef="#br0">2777 0 24575,'-2'4'0,"1"-1"0,-1 0 0,1 1 0,-1-1 0,0 0 0,0 0 0,-1-1 0,-2 5 0,-6 7 0,6-6 0,-1 0 0,0 0 0,0 0 0,-1-1 0,0 0 0,0 0 0,0-1 0,-9 6 0,-1-2 0,1-1 0,-1 0 0,-22 7 0,-7 7 0,37-17 0,0-1 0,0-1 0,-1 1 0,0-2 0,-15 5 0,-7-1 0,3-1 0,-1-1 0,-53 2 0,29-7 0,21-2 0,0 2 0,1 2 0,-64 10 0,62-6 0,-1-2 0,0-1 0,0-2 0,-41-4 0,-4 1 0,-1635 2 0,1676-4-1365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7T02:29:20.329"/>
    </inkml:context>
    <inkml:brush xml:id="br0">
      <inkml:brushProperty name="width" value="0.35" units="cm"/>
      <inkml:brushProperty name="height" value="0.35" units="cm"/>
      <inkml:brushProperty name="color" value="#2E75B6"/>
    </inkml:brush>
  </inkml:definitions>
  <inkml:trace contextRef="#ctx0" brushRef="#br0">726 1 24575,'1'77'0,"-3"86"0,1-151 0,0-1 0,0 1 0,-1-1 0,-1 1 0,0-1 0,0 0 0,-1 0 0,-1-1 0,0 1 0,0-1 0,-1 0 0,0 0 0,-1-1 0,0 1 0,-1-2 0,0 1 0,0-1 0,-12 9 0,-64 48 0,73-56 0,1 0 0,1 1 0,0 1 0,-15 21 0,-17 19 0,20-28 0,14-15 0,0 0 0,0 0 0,-1-1 0,0 0 0,-1 0 0,1-1 0,-1 0 0,0-1 0,-18 8 0,-73 32 0,90-43 0,0 1 0,0-2 0,-1 1 0,1-2 0,-1 1 0,-12-2 0,8 1 0,0 0 0,-27 4 0,38-4 0,1 1 0,-1 0 0,1 0 0,-1 1 0,1-1 0,0 0 0,0 1 0,-1 0 0,1 0 0,0 0 0,0 0 0,1 1 0,-1-1 0,0 1 0,1-1 0,-3 4 0,5-5 0,0 0 0,-1 0 0,1 0 0,0 0 0,0 0 0,0 0 0,0 0 0,0 0 0,0 0 0,0 0 0,0 0 0,0 0 0,1 0 0,-1 0 0,0 0 0,1 0 0,-1 0 0,0-1 0,1 1 0,-1 0 0,1 0 0,0 0 0,-1 0 0,1-1 0,0 1 0,-1 0 0,1-1 0,0 1 0,0-1 0,-1 1 0,1-1 0,0 1 0,0-1 0,1 1 0,40 22 0,-33-19 0,20 10 0,2-2 0,0-1 0,33 7 0,5 2 0,131 49 0,-155-49 0,-38-16 0,-1 0 0,1-1 0,0 0 0,0 0 0,0-1 0,14 4 0,-13-5 0,0 2 0,0-1 0,0 1 0,0 0 0,0 1 0,-1 0 0,0 0 0,1 1 0,-2 0 0,1 0 0,0 0 0,7 10 0,28 19 0,-28-26 0,0 0 0,0-1 0,26 8 0,12 7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9T20:37:32.94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0 970 24575,'4'-1'0,"1"-1"0,-1 0 0,0 0 0,0-1 0,0 1 0,-1-1 0,1 0 0,-1 0 0,1 0 0,-1 0 0,5-7 0,1 1 0,78-71 0,-45 40 0,33-28 0,-33 38 0,-30 22 0,-1 0 0,1 0 0,-2-1 0,1 0 0,-1-1 0,-1 0 0,13-17 0,-12 14 0,1 1 0,0 0 0,1 0 0,1 1 0,21-15 0,-17 14 0,73-59 0,-30 40 0,-47 26 0,-1-1 0,-1 0 0,1-1 0,17-13 0,7-6 0,-29 22 0,0-1 0,0 1 0,-1-2 0,1 1 0,-1-1 0,0 0 0,8-11 0,-6 8 0,0 0 0,1 1 0,0-1 0,1 2 0,-1-1 0,2 1 0,-1 1 0,12-6 0,-8 4 0,-8 5 0,1 0 0,0 0 0,0 1 0,12-3 0,-12 3 0,0 1 0,-1-2 0,1 1 0,0-1 0,8-4 0,-2 0 0,0 1 0,0 0 0,29-8 0,17-6 0,-48 16 0,-1 1 0,1 0 0,0 0 0,1 2 0,-1-1 0,0 2 0,20 0 0,-17 0 0,1 0 0,0-2 0,25-4 0,26-13 0,-39 10 0,1 1 0,0 1 0,0 2 0,40-3 0,-49 7 0,0-1 0,19-5 0,-19 3 0,37-3 0,28-4 0,-59 7 0,36-2 0,623 4 0,-332 4 0,-328-2 0,0 1 0,1 1 0,40 8 0,63 12 0,23-1 0,0 1 0,-123-17 0,43 2 0,15 2 0,-56-5 0,0-2 0,44-1 0,-47-2 0,0 2 0,0 0 0,38 8 0,69 22 0,-65-24 0,-46-6 0,39 8 0,132 34 0,-31 0 0,-102-31 0,-34-7 0,50 16 0,-61-16 0,0-1 0,0-1 0,0 0 0,17 0 0,37 6 0,8 10 0,73 13 0,-12-2 0,-103-20 0,1-2 0,0-1 0,66 4 0,-85-11 0,-1 0 0,0 2 0,0 0 0,0 1 0,0 1 0,24 8 0,16 6 0,1-4 0,63 8 0,77 8 0,-52-8 0,-46-2 0,-73-14 0,0 0 0,0-1 0,28 0 0,-27-2 0,-1 0 0,0 2 0,52 16 0,-43-10 0,47 7 0,-27-10 0,82 23 0,-119-25 0,13 5 0,0-2 0,1-1 0,0-1 0,55 3 0,-71-9 0,1 1 0,22 6 0,-21-5 0,-1 1 0,20 0 0,-19-2 0,0 1 0,0 0 0,0 2 0,-1 0 0,0 1 0,22 11 0,25 8 0,106 25 0,-116-33 0,84 36 0,-33-11 0,-57-18 0,-40-19 0,1 0 0,0 0 0,0-1 0,12 4 0,84 14 0,-95-19 0,0 0 0,0 0 0,0 1 0,0 1 0,9 5 0,34 13 0,-42-19 0,-1 1 0,0 0 0,0 1 0,16 12 0,30 14 0,0-4 0,-38-18 0,0-1 0,0-1 0,22 6 0,-17-6 0,38 17 0,-38-14 0,34 10 0,-6 1 0,-42-17 0,0-1 0,0 1 0,18 4 0,164 34 0,-174-38 0,0 0 0,-1 1 0,1 1 0,20 12 0,-18-9 0,0-1 0,33 10 0,-32-14 0,7 2 0,1 0 0,-2 2 0,0 2 0,35 17 0,41 33 0,-21-8 0,-73-48 0,0 1 0,0-1 0,1-1 0,0 1 0,0-2 0,0 1 0,0-2 0,12 3 0,-8-2 0,0 1 0,1 0 0,16 9 0,15 13 0,75 56 0,-56-35 0,-50-37 0,13 10 0,48 25 0,-69-41 0,0 0 0,-1 0 0,1 1 0,7 8 0,-10-9 0,1 0 0,-1 0 0,0-1 0,1 1 0,0-1 0,0 0 0,0 0 0,0-1 0,0 0 0,11 3 0,0 0 0,0 0 0,0 1 0,0 0 0,-1 1 0,0 1 0,0 1 0,-1 0 0,0 0 0,18 17 0,4 14 0,-28-31 0,0 1 0,0-2 0,1 1 0,10 7 0,57 44 0,-47-36 0,45 29 0,-67-48 0,1 1 0,-1 0 0,-1 1 0,1-1 0,-1 1 0,7 10 0,-7-9 0,0 0 0,0-1 0,1 0 0,0 0 0,14 10 0,-11-9 0,0 1 0,0 1 0,-1 0 0,-1 0 0,1 1 0,-2-1 0,1 2 0,8 17 0,12 18 0,42 67-1365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9T20:37:43.44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708 0 24575,'1'30'0,"-2"-1"0,-1 1 0,-9 41 0,5-33 0,2 1 0,2-1 0,4 76 0,0-27 0,-3-47 0,-1-26 0,2 0 0,0 1 0,0-1 0,1 0 0,5 20 0,-6-34 0,0 1 0,0 0 0,0-1 0,0 1 0,0-1 0,0 1 0,1-1 0,-1 1 0,0-1 0,0 1 0,1-1 0,-1 0 0,0 1 0,0-1 0,1 1 0,-1-1 0,0 0 0,1 1 0,-1-1 0,1 1 0,-1-1 0,1 0 0,-1 0 0,0 1 0,1-1 0,-1 0 0,1 0 0,-1 0 0,1 1 0,-1-1 0,1 0 0,-1 0 0,1 0 0,0 0 0,-1 0 0,1 0 0,-1 0 0,1 0 0,-1 0 0,1 0 0,-1-1 0,1 1 0,0 0 0,0-1 0,-1 1 0,0-1 0,1 1 0,-1-1 0,0 1 0,1-1 0,-1 0 0,0 1 0,1-1 0,-1 0 0,0 1 0,0-1 0,0 0 0,0 1 0,0-1 0,0 0 0,0 1 0,0-1 0,0 0 0,0 1 0,0-1 0,0 0 0,0 1 0,0-1 0,0 0 0,-1 1 0,1-1 0,0 1 0,-1-1 0,1 0 0,0 1 0,-1-1 0,1 1 0,-1-1 0,1 1 0,-1-1 0,0 0 0,-2-2 0,-1 0 0,0 0 0,0 0 0,0 0 0,0 0 0,0 1 0,-1 0 0,1 0 0,-1 0 0,1 0 0,-6 0 0,-59-12 0,46 11 0,-10-5 0,-48-17 0,52 15 0,1 2 0,-41-8 0,29 10 0,-1 0 0,-71-3 0,5 10-1365,88-1-5461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658D5F-65FB-4E17-9D5B-8CF1DE5A98D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49544B-F866-4ED0-8997-24601187A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199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001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https://staff.washington.edu/weller/grep.html</a:t>
            </a:r>
          </a:p>
          <a:p>
            <a:r>
              <a:rPr lang="en-US" dirty="0"/>
              <a:t>https://www.regular-expressions.info/</a:t>
            </a:r>
          </a:p>
          <a:p>
            <a:r>
              <a:rPr lang="en-US" dirty="0"/>
              <a:t>echo "This is Frank Xu" | grep -</a:t>
            </a:r>
            <a:r>
              <a:rPr lang="en-US" dirty="0" err="1"/>
              <a:t>Ei</a:t>
            </a:r>
            <a:r>
              <a:rPr lang="en-US" dirty="0"/>
              <a:t> "frank“</a:t>
            </a:r>
          </a:p>
          <a:p>
            <a:r>
              <a:rPr lang="en-GB" dirty="0"/>
              <a:t>echo "This is Frank Xu" | grep -E "(</a:t>
            </a:r>
            <a:r>
              <a:rPr lang="en-GB" dirty="0" err="1"/>
              <a:t>f|F</a:t>
            </a:r>
            <a:r>
              <a:rPr lang="en-GB" dirty="0"/>
              <a:t>)rank"</a:t>
            </a:r>
            <a:endParaRPr lang="en-US" dirty="0"/>
          </a:p>
          <a:p>
            <a:r>
              <a:rPr lang="en-US" dirty="0"/>
              <a:t>https://jex.im/regulex/#!flags=&amp;re=frank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https://jex.im/regulex/#!flags=&amp;re=(f%7CF)rank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3567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https://staff.washington.edu/weller/grep.html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735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wget</a:t>
            </a:r>
            <a:r>
              <a:rPr lang="en-US" dirty="0"/>
              <a:t>   https://raw.githubusercontent.com/frankwxu/digital-forensics-lab/main/Basic_Computer_Skills_for_Forensics/regex/regex.zip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6221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2412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cat CYFI727_Roster_2028.txt | head -n5</a:t>
            </a:r>
          </a:p>
          <a:p>
            <a:r>
              <a:rPr lang="nn-NO" dirty="0"/>
              <a:t>grep -Ei "Frank" CYFI727_Roster_2028.txt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1610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cat CYFI727_Roster_2028.txt | head -n5</a:t>
            </a:r>
          </a:p>
          <a:p>
            <a:r>
              <a:rPr lang="nn-NO" dirty="0"/>
              <a:t>grep -Ei "Frank" CYFI727_Roster_2028.txt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2249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echo "I am Frank Xu" | grep -E -o "\b[A-Z][a-z]{1,10}\s+[A-Z][a-z]{1,10}\b“</a:t>
            </a:r>
            <a:endParaRPr lang="en-US" dirty="0"/>
          </a:p>
          <a:p>
            <a:r>
              <a:rPr lang="en-US" dirty="0"/>
              <a:t>https://jex.im/regulex/#!flags=&amp;re=%5Cb%5BA-Z%5D%5Ba-z%5D%7B1%2C10%7D%5Cs%2B%5BA-Z%5D%5Ba-z%5D%7B1%2C10%7D%5Cb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2184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echo 'I am 50 years old, he is 2!' | grep -E '\b..\b’</a:t>
            </a:r>
          </a:p>
          <a:p>
            <a:endParaRPr lang="en-GB" dirty="0"/>
          </a:p>
          <a:p>
            <a:r>
              <a:rPr lang="en-US" dirty="0"/>
              <a:t>https://learnbyexample.github.io/learn_gnugrep_ripgrep/gotchas-and-tricks.html#:~:text=Word%20boundary%20differences,-The%20%2Dw%20option&amp;text=The%20test%20is%20that%20the,a%20non%2Dword%20constituent%20character.</a:t>
            </a:r>
          </a:p>
          <a:p>
            <a:r>
              <a:rPr lang="en-US" dirty="0"/>
              <a:t>https://www.regular-expressions.info/wordboundaries.html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13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echo 'I am 50 years old, he is 2!' | grep -E '\b..\b’</a:t>
            </a:r>
          </a:p>
          <a:p>
            <a:endParaRPr lang="en-GB" dirty="0"/>
          </a:p>
          <a:p>
            <a:r>
              <a:rPr lang="en-US" dirty="0"/>
              <a:t>https://learnbyexample.github.io/learn_gnugrep_ripgrep/gotchas-and-tricks.html#:~:text=Word%20boundary%20differences,-The%20%2Dw%20option&amp;text=The%20test%20is%20that%20the,a%20non%2Dword%20constituent%20character.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3762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echo 'I am 50 years old, he is 2!' | grep -E '\&lt;..\&gt;'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5350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6145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Convert a file from Windows to Unix format</a:t>
            </a:r>
          </a:p>
          <a:p>
            <a:r>
              <a:rPr lang="en-US" dirty="0"/>
              <a:t>dos2unix filename.txt</a:t>
            </a:r>
          </a:p>
          <a:p>
            <a:endParaRPr lang="en-US" dirty="0"/>
          </a:p>
          <a:p>
            <a:r>
              <a:rPr lang="en-US" dirty="0"/>
              <a:t># Convert a file from Unix to Windows format</a:t>
            </a:r>
          </a:p>
          <a:p>
            <a:r>
              <a:rPr lang="en-US" dirty="0"/>
              <a:t>unix2dos filename.txt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3540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echo "pretend prefix present" | grep -P  "(?&lt;=pre)\w+“</a:t>
            </a:r>
          </a:p>
          <a:p>
            <a:r>
              <a:rPr lang="en-GB" dirty="0"/>
              <a:t>echo "fishing working enjoying" | grep -P  "\w+(?=</a:t>
            </a:r>
            <a:r>
              <a:rPr lang="en-GB" dirty="0" err="1"/>
              <a:t>ing</a:t>
            </a:r>
            <a:r>
              <a:rPr lang="en-GB" dirty="0"/>
              <a:t>)“</a:t>
            </a:r>
          </a:p>
          <a:p>
            <a:endParaRPr lang="en-GB" dirty="0"/>
          </a:p>
          <a:p>
            <a:endParaRPr lang="en-GB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5634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echo “prefix postfix present" | grep -P  ‘?&lt;!pre)fix’</a:t>
            </a:r>
          </a:p>
          <a:p>
            <a:r>
              <a:rPr lang="pt-BR" dirty="0"/>
              <a:t>echo "prefix postfix present" | grep -P  'pre(?&lt;!fix)'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114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echo "I am Frank Xu and I live in 803 West Fairground Avenue" | grep -P '\b[A-Z][a-z]{1,10}\s+[A-Z][a-z]{1,10}\b’</a:t>
            </a:r>
          </a:p>
          <a:p>
            <a:r>
              <a:rPr lang="en-GB" dirty="0"/>
              <a:t>echo "I am Frank Xu and I live in 803 West Fairground Avenue" | grep -P '(?&lt;![0-9]\s)\b[A-Z][a-z]{1,10}\s+[A-Z][a-z]{1,10}\b</a:t>
            </a:r>
          </a:p>
          <a:p>
            <a:r>
              <a:rPr lang="en-GB" dirty="0"/>
              <a:t>echo "I am Frank Xu and I live in 803 West Fairground Avenue" | grep -P '(?&lt;![0-9]\s)\b[A-Z][a-z]{1,10}\s+(?!Avenue)[A-Z][a-z]{1,10}\b'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8865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grep -Po '(?&lt;![0-9]\s)\b[A-Z][a-z]{1,10}\s+(?!Avenue)[A-Z][a-z]{1,10}\b' CYFI727_Roster_2028.txt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693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grep -Po '(?&lt;![0-9]\s)\b[A-Z][a-z]{1,10}\s+(?![Ave|St|Dr])[A-Z][a-z]{1,10}\b' CYFI727_Roster_2028.txt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9573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https://jex.im/regulex/#!flags=&amp;re=%5B0-9%5D%7B10%7D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3387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echo  "My phone number is 1234567890" | grep -E "[0-9]{10}“</a:t>
            </a:r>
          </a:p>
          <a:p>
            <a:r>
              <a:rPr lang="en-GB" dirty="0"/>
              <a:t>echo  "The serial number  is 1234567890123" | grep -E "[0-9]{10}“</a:t>
            </a:r>
          </a:p>
          <a:p>
            <a:r>
              <a:rPr lang="en-GB" dirty="0"/>
              <a:t>echo  "My phone number is 1234567890" | grep -E "\b[0-9]{10}\b“</a:t>
            </a:r>
          </a:p>
          <a:p>
            <a:r>
              <a:rPr lang="en-GB" dirty="0"/>
              <a:t>echo  "The serial number  is 1234567890123" | grep -E "\b[0-9]{10}\b“</a:t>
            </a:r>
          </a:p>
          <a:p>
            <a:r>
              <a:rPr lang="en-GB" dirty="0"/>
              <a:t>https://jex.im/regulex/#!flags=&amp;re=%5Cb%5B0-9%5D%7B10%7D%5Cb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0747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echo  "My phone number is 123.456.7890" | grep -E "\b[0-9]{3}\.[0-9]{3}\.[0-9]{4}\b"</a:t>
            </a:r>
            <a:endParaRPr lang="en-US" dirty="0"/>
          </a:p>
          <a:p>
            <a:r>
              <a:rPr lang="en-US" dirty="0"/>
              <a:t>https://jex.im/regulex/#!flags=&amp;re=%5Cb%5B0-9%5D%7B3%7D%5C.%5B0-9%5D%7B3%7D%5C.%5B0-9%5D%7B4%7D%5Cb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1050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echo  "My phone number is 123.456.7890" | grep -E "\b[0-9]{3}[\.]?[0-9]{3}[\.]?[0-9]{4}\b“</a:t>
            </a:r>
          </a:p>
          <a:p>
            <a:r>
              <a:rPr lang="en-GB" dirty="0"/>
              <a:t>echo  "My phone number is 1234567890" | grep -E "\b[0-9]{3}[\.]?[0-9]{3}[\.]?[0-9]{4}\b"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8830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https://jex.im/regulex/#!flags=&amp;re=%5Cb%5B0-9%5D%7B3%7D%5B.%20-%5D%3F%5B0-9%5D%7B3%7D%5B.%20-%5D%3F%5B0-9%5D%7B4%7D%5Cb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8472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echo  "My phone number is 1234567890" | grep -E "\b[0-9]{3}[. -]?[0-9]{3}[. -]?[0-9]{4}\b“</a:t>
            </a:r>
          </a:p>
          <a:p>
            <a:r>
              <a:rPr lang="en-GB" dirty="0"/>
              <a:t>echo  "My phone number is 123.456.7890" | grep -E "\b[0-9]{3}[. -]?[0-9]{3}[. -]?[0-9]{4}\b“</a:t>
            </a:r>
          </a:p>
          <a:p>
            <a:r>
              <a:rPr lang="en-GB" dirty="0"/>
              <a:t>echo  "My phone number is 123-456-7890" | grep -E "\b[0-9]{3}[. -]?[0-9]{3}[. -]?[0-9]{4}\b“</a:t>
            </a:r>
          </a:p>
          <a:p>
            <a:r>
              <a:rPr lang="en-GB" dirty="0"/>
              <a:t>echo  "My phone number is 123 456 7890" | grep -E "\b[0-9]{3}[. -]?[0-9]{3}[. -]?[0-9]{4}\b"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2233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https://jex.im/regulex/#!flags=&amp;re=%5Cb%5B0-9%5D%7B3%7D%5B.%20-%5D%3F%5B0-9%5D%7B3%7D%5B.%20-%5D%3F%5B0-9%5D%7B4%7D%5Cb</a:t>
            </a:r>
          </a:p>
          <a:p>
            <a:r>
              <a:rPr lang="en-GB" dirty="0"/>
              <a:t>echo  "My phone number is (123)456-7890" | grep -P "(\()?\b[0-9]{3}(?(1)\)?|[. -]?)[0-9]{3}[. -]?[0-9]{4}\b"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3964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https://jex.im/regulex/#!flags=&amp;re=%5Ba-zA-Z0-9.-%5D%7B2%2C15%7D%40%5Ba-zA-Z0-9%5D%7B1%2C15%7D%5C.%5Ba-zA-Z0-9%5D%7B3%2C4%7D</a:t>
            </a:r>
          </a:p>
          <a:p>
            <a:r>
              <a:rPr lang="en-GB" dirty="0"/>
              <a:t>echo 'My email is johndoe@ubalt.edu' | grep -E "[a-zA-Z0-9.-]{2,15}@[a-zA-Z0-9]{1,15}\.[a-zA-Z0-9]{3,4}“ </a:t>
            </a:r>
          </a:p>
          <a:p>
            <a:r>
              <a:rPr lang="en-GB" dirty="0"/>
              <a:t>echo 'My email is johnDoe@ubalt.edu' | grep -E "[a-zA-Z0-9.-]{2,15}@[a-zA-Z0-9]{1,15}\.[a-zA-Z0-9]{3,4}“ </a:t>
            </a:r>
          </a:p>
          <a:p>
            <a:r>
              <a:rPr lang="en-GB" dirty="0"/>
              <a:t>echo 'My email is johnDoe001@ubalt.edu' | grep -E "[a-zA-Z0-9.-]{2,15}@[a-zA-Z0-9]{1,15}\.[a-zA-Z0-9]{3,4}"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0788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grep -</a:t>
            </a:r>
            <a:r>
              <a:rPr lang="en-US" dirty="0" err="1"/>
              <a:t>Eo</a:t>
            </a:r>
            <a:r>
              <a:rPr lang="en-US" dirty="0"/>
              <a:t> "[a-zA-Z0-9.-]{2,15}@[a-zA-Z0-9]{1,15}\.[a-zA-Z0-9]{3,4}" CYFI727_Roster_2028.txt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27611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echo "1234@PwdsUer-" |  grep -E "[a-zA-Z0-9@-]{3,18}"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8526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grep -</a:t>
            </a:r>
            <a:r>
              <a:rPr lang="en-US" dirty="0" err="1"/>
              <a:t>En</a:t>
            </a:r>
            <a:r>
              <a:rPr lang="en-US" dirty="0"/>
              <a:t> "</a:t>
            </a:r>
            <a:r>
              <a:rPr lang="en-US" dirty="0" err="1"/>
              <a:t>instanceof</a:t>
            </a:r>
            <a:r>
              <a:rPr lang="en-US" dirty="0"/>
              <a:t>"  ScriptablePointer.java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5091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echo  "The following is html code. &lt;h1&gt;This is a heading. &lt;/h1&gt;" | grep -E "&lt;([a-z0-9]*)\b&gt;.*&lt;/\1&gt;"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78592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echo  "Extract content from code. &lt;h1&gt;This is a heading. &lt;/h1&gt;" | grep -P "&lt;.+&gt;“</a:t>
            </a:r>
          </a:p>
          <a:p>
            <a:r>
              <a:rPr lang="en-GB" dirty="0"/>
              <a:t>echo  "Extract content from code. &lt;h1&gt;This is a heading. &lt;/h1&gt;" | grep -P "&lt;.+?&gt;“</a:t>
            </a:r>
          </a:p>
          <a:p>
            <a:r>
              <a:rPr lang="en-US" dirty="0"/>
              <a:t>https://stackoverflow.com/questions/3027518/how-to-do-a-non-greedy-match-in-grep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72784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echo  "Extract content from code. &lt;h1&gt;This is a heading. &lt;/h1&gt;" | grep -P "(?&lt;=&lt;([a-z0-9]{2})&gt;).*(?=&lt;/\1&gt;)"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12114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https://jex.im/regulex/#!flags=&amp;re=(%5B0-9%5D%7B1%2C3%7D%5C.)%7B3%7D%5B0-9%5D%7B1%2C3%7D</a:t>
            </a:r>
          </a:p>
          <a:p>
            <a:r>
              <a:rPr lang="en-GB" dirty="0"/>
              <a:t>echo  "The IP address is 443.125.121.1" | grep -E "([0-9]{1,3}\.){3}[0-9]{1,3}"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94549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echo  "It continas a valid url http://www.ubalt.edu" | grep -E "http://www\..+\.[a-z]{3,4}"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64377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https://jex.im/regulex/#!flags=&amp;re=(https%3F%3A%2F%2F)%3F(www%5C.)%3F%5Ba-z%5D%2B%5C.%5Ba-z%5D%7B3%2C4%7D</a:t>
            </a:r>
          </a:p>
          <a:p>
            <a:r>
              <a:rPr lang="pt-BR" dirty="0"/>
              <a:t>echo "It continas a valid url www.ubalt.edu" | grep -E "(https?://)?(www\.)?[a-z]+\.[a-z]{3,4}"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78571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echo "The hex of a </a:t>
            </a:r>
            <a:r>
              <a:rPr lang="en-GB" dirty="0" err="1"/>
              <a:t>color</a:t>
            </a:r>
            <a:r>
              <a:rPr lang="en-GB" dirty="0"/>
              <a:t> #CD5C5C" | grep -E "#[a-fA-F0-9]{6}"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85294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https://jex.im/regulex/#!flags=&amp;re=(%5B0-9A-Fa-f%5D%7B2%7D%5B%3A-%5D)%7B5%7D(%5B0-9A-Fa-f%5D%7B2%7D)</a:t>
            </a:r>
          </a:p>
          <a:p>
            <a:r>
              <a:rPr lang="en-GB" dirty="0"/>
              <a:t>echo "My MAC address is 01-23-45-67-89-AB" | grep -E "([0-9A-Fa-f]{2}[:-]){5}([0-9A-Fa-f]{2})“</a:t>
            </a:r>
          </a:p>
          <a:p>
            <a:r>
              <a:rPr lang="en-GB" dirty="0"/>
              <a:t>echo "My MAC address is 01:23:45:67:89:AB" | grep -E "([0-9A-Fa-f]{2}[:-]){5}([0-9A-Fa-f]{2})"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75082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https://jex.im/regulex/#!flags=&amp;re=%5Ba-zA-Z%5D%7B1%2C10%7D_(%5B%3A-%5D%5B0-9a-zA-Z%5D%7B2%7D)%7B3%7D</a:t>
            </a:r>
          </a:p>
          <a:p>
            <a:r>
              <a:rPr lang="pl-PL" dirty="0"/>
              <a:t>echo "My MAC address is PaloAlto_00:0a:30" | grep -E "[a-zA-Z0-9]{1,10}_[0-9a-zA-Z]{2}(:[0-9a-zA-Z]{2}){2}"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01678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tshark</a:t>
            </a:r>
            <a:r>
              <a:rPr lang="en-US" dirty="0"/>
              <a:t> -r vm_to_ub_traffic.log -T fields -E header=y -E separator=, -E quote=d -E occurrence=f -e </a:t>
            </a:r>
            <a:r>
              <a:rPr lang="en-US" dirty="0" err="1"/>
              <a:t>ip.version</a:t>
            </a:r>
            <a:r>
              <a:rPr lang="en-US" dirty="0"/>
              <a:t> -e </a:t>
            </a:r>
            <a:r>
              <a:rPr lang="en-US" dirty="0" err="1"/>
              <a:t>ip.hdr_len</a:t>
            </a:r>
            <a:r>
              <a:rPr lang="en-US" dirty="0"/>
              <a:t> -e </a:t>
            </a:r>
            <a:r>
              <a:rPr lang="en-US" dirty="0" err="1"/>
              <a:t>ip.tos</a:t>
            </a:r>
            <a:r>
              <a:rPr lang="en-US" dirty="0"/>
              <a:t> -e ip.id -e </a:t>
            </a:r>
            <a:r>
              <a:rPr lang="en-US" dirty="0" err="1"/>
              <a:t>ip.flags</a:t>
            </a:r>
            <a:r>
              <a:rPr lang="en-US" dirty="0"/>
              <a:t> -e </a:t>
            </a:r>
            <a:r>
              <a:rPr lang="en-US" dirty="0" err="1"/>
              <a:t>ip.flags.rb</a:t>
            </a:r>
            <a:r>
              <a:rPr lang="en-US" dirty="0"/>
              <a:t> -e </a:t>
            </a:r>
            <a:r>
              <a:rPr lang="en-US" dirty="0" err="1"/>
              <a:t>ip.flags.df</a:t>
            </a:r>
            <a:r>
              <a:rPr lang="en-US" dirty="0"/>
              <a:t>  -e </a:t>
            </a:r>
            <a:r>
              <a:rPr lang="en-US" dirty="0" err="1"/>
              <a:t>ip.flags.mf</a:t>
            </a:r>
            <a:r>
              <a:rPr lang="en-US" dirty="0"/>
              <a:t> -e </a:t>
            </a:r>
            <a:r>
              <a:rPr lang="en-US" dirty="0" err="1"/>
              <a:t>ip.frag_offset</a:t>
            </a:r>
            <a:r>
              <a:rPr lang="en-US" dirty="0"/>
              <a:t> -e </a:t>
            </a:r>
            <a:r>
              <a:rPr lang="en-US" dirty="0" err="1"/>
              <a:t>ip.ttl</a:t>
            </a:r>
            <a:r>
              <a:rPr lang="en-US" dirty="0"/>
              <a:t> -e </a:t>
            </a:r>
            <a:r>
              <a:rPr lang="en-US" dirty="0" err="1"/>
              <a:t>ip.proto</a:t>
            </a:r>
            <a:r>
              <a:rPr lang="en-US" dirty="0"/>
              <a:t> -e </a:t>
            </a:r>
            <a:r>
              <a:rPr lang="en-US" dirty="0" err="1"/>
              <a:t>ip.checksum</a:t>
            </a:r>
            <a:r>
              <a:rPr lang="en-US" dirty="0"/>
              <a:t> -e </a:t>
            </a:r>
            <a:r>
              <a:rPr lang="en-US" dirty="0" err="1"/>
              <a:t>ip.src</a:t>
            </a:r>
            <a:r>
              <a:rPr lang="en-US" dirty="0"/>
              <a:t> -e </a:t>
            </a:r>
            <a:r>
              <a:rPr lang="en-US" dirty="0" err="1"/>
              <a:t>ip.dst</a:t>
            </a:r>
            <a:r>
              <a:rPr lang="en-US" dirty="0"/>
              <a:t> -e </a:t>
            </a:r>
            <a:r>
              <a:rPr lang="en-US" dirty="0" err="1"/>
              <a:t>ip.len</a:t>
            </a:r>
            <a:r>
              <a:rPr lang="en-US" dirty="0"/>
              <a:t> -e </a:t>
            </a:r>
            <a:r>
              <a:rPr lang="en-US" dirty="0" err="1"/>
              <a:t>ip.dsfield</a:t>
            </a:r>
            <a:r>
              <a:rPr lang="en-US" dirty="0"/>
              <a:t> -e </a:t>
            </a:r>
            <a:r>
              <a:rPr lang="en-US" dirty="0" err="1"/>
              <a:t>tcp.srcport</a:t>
            </a:r>
            <a:r>
              <a:rPr lang="en-US" dirty="0"/>
              <a:t> -e </a:t>
            </a:r>
            <a:r>
              <a:rPr lang="en-US" dirty="0" err="1"/>
              <a:t>tcp.dstport</a:t>
            </a:r>
            <a:r>
              <a:rPr lang="en-US" dirty="0"/>
              <a:t> -e </a:t>
            </a:r>
            <a:r>
              <a:rPr lang="en-US" dirty="0" err="1"/>
              <a:t>tcp.seq</a:t>
            </a:r>
            <a:r>
              <a:rPr lang="en-US" dirty="0"/>
              <a:t> -e </a:t>
            </a:r>
            <a:r>
              <a:rPr lang="en-US" dirty="0" err="1"/>
              <a:t>tcp.ack</a:t>
            </a:r>
            <a:r>
              <a:rPr lang="en-US" dirty="0"/>
              <a:t> -e </a:t>
            </a:r>
            <a:r>
              <a:rPr lang="en-US" dirty="0" err="1"/>
              <a:t>tcp.len</a:t>
            </a:r>
            <a:r>
              <a:rPr lang="en-US" dirty="0"/>
              <a:t>  -e </a:t>
            </a:r>
            <a:r>
              <a:rPr lang="en-US" dirty="0" err="1"/>
              <a:t>tcp.hdr_len</a:t>
            </a:r>
            <a:r>
              <a:rPr lang="en-US" dirty="0"/>
              <a:t> -e </a:t>
            </a:r>
            <a:r>
              <a:rPr lang="en-US" dirty="0" err="1"/>
              <a:t>tcp.flags</a:t>
            </a:r>
            <a:r>
              <a:rPr lang="en-US" dirty="0"/>
              <a:t> -e </a:t>
            </a:r>
            <a:r>
              <a:rPr lang="en-US" dirty="0" err="1"/>
              <a:t>tcp.flags.fin</a:t>
            </a:r>
            <a:r>
              <a:rPr lang="en-US" dirty="0"/>
              <a:t> -e </a:t>
            </a:r>
            <a:r>
              <a:rPr lang="en-US" dirty="0" err="1"/>
              <a:t>tcp.flags.syn</a:t>
            </a:r>
            <a:r>
              <a:rPr lang="en-US" dirty="0"/>
              <a:t> -e </a:t>
            </a:r>
            <a:r>
              <a:rPr lang="en-US" dirty="0" err="1"/>
              <a:t>tcp.flags.reset</a:t>
            </a:r>
            <a:r>
              <a:rPr lang="en-US" dirty="0"/>
              <a:t> -e </a:t>
            </a:r>
            <a:r>
              <a:rPr lang="en-US" dirty="0" err="1"/>
              <a:t>tcp.flags.push</a:t>
            </a:r>
            <a:r>
              <a:rPr lang="en-US" dirty="0"/>
              <a:t> -e </a:t>
            </a:r>
            <a:r>
              <a:rPr lang="en-US" dirty="0" err="1"/>
              <a:t>tcp.flags.ack</a:t>
            </a:r>
            <a:r>
              <a:rPr lang="en-US" dirty="0"/>
              <a:t> -e </a:t>
            </a:r>
            <a:r>
              <a:rPr lang="en-US" dirty="0" err="1"/>
              <a:t>tcp.flags.urg</a:t>
            </a:r>
            <a:r>
              <a:rPr lang="en-US" dirty="0"/>
              <a:t> -e </a:t>
            </a:r>
            <a:r>
              <a:rPr lang="en-US" dirty="0" err="1"/>
              <a:t>tcp.flags.cwr</a:t>
            </a:r>
            <a:r>
              <a:rPr lang="en-US" dirty="0"/>
              <a:t> -e </a:t>
            </a:r>
            <a:r>
              <a:rPr lang="en-US" dirty="0" err="1"/>
              <a:t>tcp.window_size</a:t>
            </a:r>
            <a:r>
              <a:rPr lang="en-US" dirty="0"/>
              <a:t> -e </a:t>
            </a:r>
            <a:r>
              <a:rPr lang="en-US" dirty="0" err="1"/>
              <a:t>tcp.checksum</a:t>
            </a:r>
            <a:r>
              <a:rPr lang="en-US" dirty="0"/>
              <a:t> -e </a:t>
            </a:r>
            <a:r>
              <a:rPr lang="en-US" dirty="0" err="1"/>
              <a:t>tcp.urgent_pointer</a:t>
            </a:r>
            <a:r>
              <a:rPr lang="en-US" dirty="0"/>
              <a:t> -e </a:t>
            </a:r>
            <a:r>
              <a:rPr lang="en-US" dirty="0" err="1"/>
              <a:t>tcp.options.mss_val</a:t>
            </a:r>
            <a:r>
              <a:rPr lang="en-US" dirty="0"/>
              <a:t> -e </a:t>
            </a:r>
            <a:r>
              <a:rPr lang="en-US" dirty="0" err="1"/>
              <a:t>eth.src_resolved</a:t>
            </a:r>
            <a:r>
              <a:rPr lang="en-US" dirty="0"/>
              <a:t> -e </a:t>
            </a:r>
            <a:r>
              <a:rPr lang="en-US" dirty="0" err="1"/>
              <a:t>eth.dst_resolved</a:t>
            </a:r>
            <a:r>
              <a:rPr lang="en-US" dirty="0"/>
              <a:t>&gt; output.csv</a:t>
            </a:r>
          </a:p>
          <a:p>
            <a:endParaRPr lang="en-US" dirty="0"/>
          </a:p>
          <a:p>
            <a:r>
              <a:rPr lang="en-US" dirty="0"/>
              <a:t>https://www.linkedin.com/pulse/build-machine-learning-model-network-flow-tao-liu/</a:t>
            </a:r>
          </a:p>
          <a:p>
            <a:r>
              <a:rPr lang="en-US" dirty="0"/>
              <a:t>https://shantoroy.com/networking/convert-pcap-to-csv-using-tshark/</a:t>
            </a:r>
          </a:p>
          <a:p>
            <a:r>
              <a:rPr lang="en-US"/>
              <a:t>https://github.com/frankwxu/digital-forensics-lab/blob/main/Basic_Computer_Skills_for_Forensics/file_carving/File_Carving_Manually/vm_to_ub_traffic.log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92402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grep -</a:t>
            </a:r>
            <a:r>
              <a:rPr lang="en-US" dirty="0" err="1"/>
              <a:t>Eo</a:t>
            </a:r>
            <a:r>
              <a:rPr lang="en-US" dirty="0"/>
              <a:t> "([0-9A-Fa-f]{2}[:-]){5}([0-9A-Fa-f]{2})"  output.csv | sort | </a:t>
            </a:r>
            <a:r>
              <a:rPr lang="en-US" dirty="0" err="1"/>
              <a:t>uniq</a:t>
            </a:r>
            <a:r>
              <a:rPr lang="en-US" dirty="0"/>
              <a:t> -c| sort -n</a:t>
            </a:r>
          </a:p>
          <a:p>
            <a:r>
              <a:rPr lang="en-US" dirty="0"/>
              <a:t>grep -</a:t>
            </a:r>
            <a:r>
              <a:rPr lang="en-US" dirty="0" err="1"/>
              <a:t>Eo</a:t>
            </a:r>
            <a:r>
              <a:rPr lang="en-US" dirty="0"/>
              <a:t> "[a-zA-Z0-9]{1,10}_[0-9a-zA-Z]{2}(:[0-9a-zA-Z]{2}){2}" output.csv | sort | </a:t>
            </a:r>
            <a:r>
              <a:rPr lang="en-US" dirty="0" err="1"/>
              <a:t>uniq</a:t>
            </a:r>
            <a:r>
              <a:rPr lang="en-US" dirty="0"/>
              <a:t> -c| sort -n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10940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grep -</a:t>
            </a:r>
            <a:r>
              <a:rPr lang="en-US" dirty="0" err="1"/>
              <a:t>Ei</a:t>
            </a:r>
            <a:r>
              <a:rPr lang="en-US" dirty="0"/>
              <a:t> "ubalt.edu" customers/word/document.xml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61661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echo "111-222-3333" | sed -e 's/1/4/’</a:t>
            </a:r>
          </a:p>
          <a:p>
            <a:r>
              <a:rPr lang="pt-BR" dirty="0"/>
              <a:t>echo "111-222-3333" | sed -e 's/1/4/g'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37691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echo "111-222-3333" | sed -e 's/1/4/’</a:t>
            </a:r>
          </a:p>
          <a:p>
            <a:r>
              <a:rPr lang="pt-BR" dirty="0"/>
              <a:t>echo "111-222-3333" | sed -e 's/1/4/g'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94631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2400" dirty="0"/>
              <a:t>echo  "Extract content from code. &lt;h1&gt;This is a heading. &lt;/h1&gt;" | </a:t>
            </a:r>
            <a:r>
              <a:rPr lang="en-GB" sz="2400" dirty="0" err="1"/>
              <a:t>sed</a:t>
            </a:r>
            <a:r>
              <a:rPr lang="en-GB" sz="2400" dirty="0"/>
              <a:t> -E "s/&lt;[^&gt;]+&gt;//g“</a:t>
            </a:r>
          </a:p>
          <a:p>
            <a:r>
              <a:rPr lang="en-US" sz="2400" dirty="0"/>
              <a:t>https://jex.im/regulex/#!flags=&amp;re=%3C%5B%5E%3E%5D%2B%3E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40392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cat customers/word/document.xml | </a:t>
            </a:r>
            <a:r>
              <a:rPr lang="en-GB" dirty="0" err="1"/>
              <a:t>sed</a:t>
            </a:r>
            <a:r>
              <a:rPr lang="en-GB" dirty="0"/>
              <a:t> -E 's/&lt;[^&gt;]+&gt;//g'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88641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cat customers/word/document.xml | </a:t>
            </a:r>
            <a:r>
              <a:rPr lang="en-GB" dirty="0" err="1"/>
              <a:t>sed</a:t>
            </a:r>
            <a:r>
              <a:rPr lang="en-GB" dirty="0"/>
              <a:t> -E 's/&lt;[^&lt;]*</a:t>
            </a:r>
            <a:r>
              <a:rPr lang="en-GB" dirty="0" err="1"/>
              <a:t>paraId</a:t>
            </a:r>
            <a:r>
              <a:rPr lang="en-GB" dirty="0"/>
              <a:t>[^&gt;]*&gt;/ /g ; s/&lt;[^&gt;]+&gt;//g’</a:t>
            </a:r>
          </a:p>
          <a:p>
            <a:r>
              <a:rPr lang="en-GB" dirty="0" err="1"/>
              <a:t>sed</a:t>
            </a:r>
            <a:r>
              <a:rPr lang="en-GB" dirty="0"/>
              <a:t> -E 's/&lt;[^&lt;]*</a:t>
            </a:r>
            <a:r>
              <a:rPr lang="en-GB" dirty="0" err="1"/>
              <a:t>paraId</a:t>
            </a:r>
            <a:r>
              <a:rPr lang="en-GB" dirty="0"/>
              <a:t>[^&gt;]*&gt;/ /g ; s/&lt;[^&gt;]+&gt;//g' customers/word/document.xml </a:t>
            </a:r>
          </a:p>
          <a:p>
            <a:r>
              <a:rPr lang="en-GB" dirty="0" err="1"/>
              <a:t>sed</a:t>
            </a:r>
            <a:r>
              <a:rPr lang="en-GB" dirty="0"/>
              <a:t> -E 's/&lt;[^&lt;]*</a:t>
            </a:r>
            <a:r>
              <a:rPr lang="en-GB" dirty="0" err="1"/>
              <a:t>paraId</a:t>
            </a:r>
            <a:r>
              <a:rPr lang="en-GB" dirty="0"/>
              <a:t>[^&gt;]*&gt;/ /g ; s/&lt;[^&gt;]+&gt;//g' customers/word/document.xml | grep -</a:t>
            </a:r>
            <a:r>
              <a:rPr lang="en-GB" dirty="0" err="1"/>
              <a:t>Eo</a:t>
            </a:r>
            <a:r>
              <a:rPr lang="en-GB" dirty="0"/>
              <a:t> "[a-zA-Z0-9.-]{2,15}@[a-zA-Z0-9]{1,15}\.[a-zA-Z0-9]{3,4}"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2917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unzip -p "*.docx" word/document.xml| sed -E 's/&lt;[^&lt;]*</a:t>
            </a:r>
            <a:r>
              <a:rPr lang="en-US" dirty="0" err="1"/>
              <a:t>paraId</a:t>
            </a:r>
            <a:r>
              <a:rPr lang="en-US" dirty="0"/>
              <a:t>[^&gt;]*&gt;/ /g ; s/&lt;[^&gt;]+&gt;//g’</a:t>
            </a:r>
          </a:p>
          <a:p>
            <a:r>
              <a:rPr lang="en-US" dirty="0"/>
              <a:t>unzip -p "*.docx" </a:t>
            </a:r>
            <a:r>
              <a:rPr lang="en-US" dirty="0" err="1"/>
              <a:t>docProps</a:t>
            </a:r>
            <a:r>
              <a:rPr lang="en-US"/>
              <a:t>/core.xml|  sed -E 's/&lt;[^&gt;]+&gt;/ /g'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49354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address: \\</a:t>
            </a:r>
            <a:r>
              <a:rPr lang="en-US" dirty="0"/>
              <a:t>d+[ ](?:[A-Za-z0-9.-]+[ ]?)+(?:</a:t>
            </a:r>
            <a:r>
              <a:rPr lang="en-US" dirty="0" err="1"/>
              <a:t>Avenue|Lane|Road|Boulevard|Drive|Street|Ave|Dr|Rd|Blvd|Ln|St</a:t>
            </a:r>
            <a:r>
              <a:rPr lang="en-US" dirty="0"/>
              <a:t>)\\.?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21821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https://staff.washington.edu/weller/grep.html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729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66646" cy="365125"/>
          </a:xfrm>
        </p:spPr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171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2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69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911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9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89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00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900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37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965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0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3717A-E3C1-4BED-ABE0-B7069385E023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United States Department of Justice - Wikipedia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4663" y="6429241"/>
            <a:ext cx="379628" cy="379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JP PMP Login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4291" y="6519834"/>
            <a:ext cx="420444" cy="201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niversity of Baltimore Issues Marketing RFP - PR News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4993" y="6286831"/>
            <a:ext cx="1571896" cy="664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ile:Towson University logo horiz 2019.png - Wikimedia Commons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985" y="6456351"/>
            <a:ext cx="1202235" cy="414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3574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8.xml"/><Relationship Id="rId18" Type="http://schemas.openxmlformats.org/officeDocument/2006/relationships/customXml" Target="../ink/ink13.xml"/><Relationship Id="rId26" Type="http://schemas.openxmlformats.org/officeDocument/2006/relationships/customXml" Target="../ink/ink19.xml"/><Relationship Id="rId39" Type="http://schemas.openxmlformats.org/officeDocument/2006/relationships/image" Target="../media/image32.png"/><Relationship Id="rId21" Type="http://schemas.openxmlformats.org/officeDocument/2006/relationships/customXml" Target="../ink/ink16.xml"/><Relationship Id="rId34" Type="http://schemas.openxmlformats.org/officeDocument/2006/relationships/customXml" Target="../ink/ink23.xml"/><Relationship Id="rId42" Type="http://schemas.openxmlformats.org/officeDocument/2006/relationships/customXml" Target="../ink/ink27.xml"/><Relationship Id="rId7" Type="http://schemas.openxmlformats.org/officeDocument/2006/relationships/image" Target="../media/image230.png"/><Relationship Id="rId2" Type="http://schemas.openxmlformats.org/officeDocument/2006/relationships/notesSlide" Target="../notesSlides/notesSlide9.xml"/><Relationship Id="rId16" Type="http://schemas.openxmlformats.org/officeDocument/2006/relationships/customXml" Target="../ink/ink11.xml"/><Relationship Id="rId20" Type="http://schemas.openxmlformats.org/officeDocument/2006/relationships/customXml" Target="../ink/ink15.xml"/><Relationship Id="rId29" Type="http://schemas.openxmlformats.org/officeDocument/2006/relationships/image" Target="../media/image27.png"/><Relationship Id="rId41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11" Type="http://schemas.openxmlformats.org/officeDocument/2006/relationships/customXml" Target="../ink/ink6.xml"/><Relationship Id="rId24" Type="http://schemas.openxmlformats.org/officeDocument/2006/relationships/customXml" Target="../ink/ink18.xml"/><Relationship Id="rId32" Type="http://schemas.openxmlformats.org/officeDocument/2006/relationships/customXml" Target="../ink/ink22.xml"/><Relationship Id="rId37" Type="http://schemas.openxmlformats.org/officeDocument/2006/relationships/image" Target="../media/image31.png"/><Relationship Id="rId40" Type="http://schemas.openxmlformats.org/officeDocument/2006/relationships/customXml" Target="../ink/ink26.xml"/><Relationship Id="rId5" Type="http://schemas.openxmlformats.org/officeDocument/2006/relationships/image" Target="../media/image66.png"/><Relationship Id="rId15" Type="http://schemas.openxmlformats.org/officeDocument/2006/relationships/customXml" Target="../ink/ink10.xml"/><Relationship Id="rId23" Type="http://schemas.openxmlformats.org/officeDocument/2006/relationships/image" Target="../media/image24.png"/><Relationship Id="rId28" Type="http://schemas.openxmlformats.org/officeDocument/2006/relationships/customXml" Target="../ink/ink20.xml"/><Relationship Id="rId36" Type="http://schemas.openxmlformats.org/officeDocument/2006/relationships/customXml" Target="../ink/ink24.xml"/><Relationship Id="rId10" Type="http://schemas.openxmlformats.org/officeDocument/2006/relationships/customXml" Target="../ink/ink5.xml"/><Relationship Id="rId19" Type="http://schemas.openxmlformats.org/officeDocument/2006/relationships/customXml" Target="../ink/ink14.xml"/><Relationship Id="rId31" Type="http://schemas.openxmlformats.org/officeDocument/2006/relationships/image" Target="../media/image28.png"/><Relationship Id="rId4" Type="http://schemas.openxmlformats.org/officeDocument/2006/relationships/customXml" Target="../ink/ink1.xml"/><Relationship Id="rId9" Type="http://schemas.openxmlformats.org/officeDocument/2006/relationships/customXml" Target="../ink/ink4.xml"/><Relationship Id="rId14" Type="http://schemas.openxmlformats.org/officeDocument/2006/relationships/customXml" Target="../ink/ink9.xml"/><Relationship Id="rId22" Type="http://schemas.openxmlformats.org/officeDocument/2006/relationships/customXml" Target="../ink/ink17.xml"/><Relationship Id="rId27" Type="http://schemas.openxmlformats.org/officeDocument/2006/relationships/image" Target="../media/image26.png"/><Relationship Id="rId30" Type="http://schemas.openxmlformats.org/officeDocument/2006/relationships/customXml" Target="../ink/ink21.xml"/><Relationship Id="rId35" Type="http://schemas.openxmlformats.org/officeDocument/2006/relationships/image" Target="../media/image30.png"/><Relationship Id="rId43" Type="http://schemas.openxmlformats.org/officeDocument/2006/relationships/image" Target="../media/image34.png"/><Relationship Id="rId8" Type="http://schemas.openxmlformats.org/officeDocument/2006/relationships/customXml" Target="../ink/ink3.xml"/><Relationship Id="rId3" Type="http://schemas.openxmlformats.org/officeDocument/2006/relationships/image" Target="../media/image23.png"/><Relationship Id="rId12" Type="http://schemas.openxmlformats.org/officeDocument/2006/relationships/customXml" Target="../ink/ink7.xml"/><Relationship Id="rId17" Type="http://schemas.openxmlformats.org/officeDocument/2006/relationships/customXml" Target="../ink/ink12.xml"/><Relationship Id="rId25" Type="http://schemas.openxmlformats.org/officeDocument/2006/relationships/image" Target="../media/image25.png"/><Relationship Id="rId33" Type="http://schemas.openxmlformats.org/officeDocument/2006/relationships/image" Target="../media/image29.png"/><Relationship Id="rId38" Type="http://schemas.openxmlformats.org/officeDocument/2006/relationships/customXml" Target="../ink/ink25.xml"/></Relationships>
</file>

<file path=ppt/slides/_rels/slide1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61.png"/><Relationship Id="rId21" Type="http://schemas.openxmlformats.org/officeDocument/2006/relationships/customXml" Target="../ink/ink43.xml"/><Relationship Id="rId34" Type="http://schemas.openxmlformats.org/officeDocument/2006/relationships/image" Target="../media/image300.png"/><Relationship Id="rId42" Type="http://schemas.openxmlformats.org/officeDocument/2006/relationships/image" Target="../media/image341.png"/><Relationship Id="rId47" Type="http://schemas.openxmlformats.org/officeDocument/2006/relationships/customXml" Target="../ink/ink56.xml"/><Relationship Id="rId50" Type="http://schemas.openxmlformats.org/officeDocument/2006/relationships/image" Target="../media/image38.png"/><Relationship Id="rId55" Type="http://schemas.openxmlformats.org/officeDocument/2006/relationships/customXml" Target="../ink/ink60.xml"/><Relationship Id="rId63" Type="http://schemas.openxmlformats.org/officeDocument/2006/relationships/customXml" Target="../ink/ink64.xml"/><Relationship Id="rId68" Type="http://schemas.openxmlformats.org/officeDocument/2006/relationships/image" Target="../media/image48.png"/><Relationship Id="rId7" Type="http://schemas.openxmlformats.org/officeDocument/2006/relationships/image" Target="../media/image230.png"/><Relationship Id="rId2" Type="http://schemas.openxmlformats.org/officeDocument/2006/relationships/notesSlide" Target="../notesSlides/notesSlide10.xml"/><Relationship Id="rId16" Type="http://schemas.openxmlformats.org/officeDocument/2006/relationships/customXml" Target="../ink/ink38.xml"/><Relationship Id="rId29" Type="http://schemas.openxmlformats.org/officeDocument/2006/relationships/customXml" Target="../ink/ink47.xml"/><Relationship Id="rId11" Type="http://schemas.openxmlformats.org/officeDocument/2006/relationships/customXml" Target="../ink/ink33.xml"/><Relationship Id="rId24" Type="http://schemas.openxmlformats.org/officeDocument/2006/relationships/image" Target="../media/image251.png"/><Relationship Id="rId32" Type="http://schemas.openxmlformats.org/officeDocument/2006/relationships/image" Target="../media/image290.png"/><Relationship Id="rId37" Type="http://schemas.openxmlformats.org/officeDocument/2006/relationships/customXml" Target="../ink/ink51.xml"/><Relationship Id="rId40" Type="http://schemas.openxmlformats.org/officeDocument/2006/relationships/image" Target="../media/image330.png"/><Relationship Id="rId45" Type="http://schemas.openxmlformats.org/officeDocument/2006/relationships/customXml" Target="../ink/ink55.xml"/><Relationship Id="rId53" Type="http://schemas.openxmlformats.org/officeDocument/2006/relationships/customXml" Target="../ink/ink59.xml"/><Relationship Id="rId58" Type="http://schemas.openxmlformats.org/officeDocument/2006/relationships/image" Target="../media/image42.png"/><Relationship Id="rId66" Type="http://schemas.openxmlformats.org/officeDocument/2006/relationships/image" Target="../media/image46.png"/><Relationship Id="rId5" Type="http://schemas.openxmlformats.org/officeDocument/2006/relationships/image" Target="../media/image66.png"/><Relationship Id="rId61" Type="http://schemas.openxmlformats.org/officeDocument/2006/relationships/customXml" Target="../ink/ink63.xml"/><Relationship Id="rId19" Type="http://schemas.openxmlformats.org/officeDocument/2006/relationships/customXml" Target="../ink/ink41.xml"/><Relationship Id="rId14" Type="http://schemas.openxmlformats.org/officeDocument/2006/relationships/customXml" Target="../ink/ink36.xml"/><Relationship Id="rId22" Type="http://schemas.openxmlformats.org/officeDocument/2006/relationships/image" Target="../media/image35.png"/><Relationship Id="rId27" Type="http://schemas.openxmlformats.org/officeDocument/2006/relationships/customXml" Target="../ink/ink46.xml"/><Relationship Id="rId30" Type="http://schemas.openxmlformats.org/officeDocument/2006/relationships/image" Target="../media/image280.png"/><Relationship Id="rId35" Type="http://schemas.openxmlformats.org/officeDocument/2006/relationships/customXml" Target="../ink/ink50.xml"/><Relationship Id="rId43" Type="http://schemas.openxmlformats.org/officeDocument/2006/relationships/customXml" Target="../ink/ink54.xml"/><Relationship Id="rId48" Type="http://schemas.openxmlformats.org/officeDocument/2006/relationships/image" Target="../media/image37.png"/><Relationship Id="rId56" Type="http://schemas.openxmlformats.org/officeDocument/2006/relationships/image" Target="../media/image41.png"/><Relationship Id="rId64" Type="http://schemas.openxmlformats.org/officeDocument/2006/relationships/image" Target="../media/image45.png"/><Relationship Id="rId8" Type="http://schemas.openxmlformats.org/officeDocument/2006/relationships/customXml" Target="../ink/ink30.xml"/><Relationship Id="rId51" Type="http://schemas.openxmlformats.org/officeDocument/2006/relationships/customXml" Target="../ink/ink58.xml"/><Relationship Id="rId3" Type="http://schemas.openxmlformats.org/officeDocument/2006/relationships/customXml" Target="../ink/ink28.xml"/><Relationship Id="rId12" Type="http://schemas.openxmlformats.org/officeDocument/2006/relationships/customXml" Target="../ink/ink34.xml"/><Relationship Id="rId17" Type="http://schemas.openxmlformats.org/officeDocument/2006/relationships/customXml" Target="../ink/ink39.xml"/><Relationship Id="rId25" Type="http://schemas.openxmlformats.org/officeDocument/2006/relationships/customXml" Target="../ink/ink45.xml"/><Relationship Id="rId33" Type="http://schemas.openxmlformats.org/officeDocument/2006/relationships/customXml" Target="../ink/ink49.xml"/><Relationship Id="rId38" Type="http://schemas.openxmlformats.org/officeDocument/2006/relationships/image" Target="../media/image320.png"/><Relationship Id="rId46" Type="http://schemas.openxmlformats.org/officeDocument/2006/relationships/image" Target="../media/image36.png"/><Relationship Id="rId59" Type="http://schemas.openxmlformats.org/officeDocument/2006/relationships/customXml" Target="../ink/ink62.xml"/><Relationship Id="rId67" Type="http://schemas.openxmlformats.org/officeDocument/2006/relationships/image" Target="../media/image47.png"/><Relationship Id="rId20" Type="http://schemas.openxmlformats.org/officeDocument/2006/relationships/customXml" Target="../ink/ink42.xml"/><Relationship Id="rId41" Type="http://schemas.openxmlformats.org/officeDocument/2006/relationships/customXml" Target="../ink/ink53.xml"/><Relationship Id="rId54" Type="http://schemas.openxmlformats.org/officeDocument/2006/relationships/image" Target="../media/image40.png"/><Relationship Id="rId6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9.xml"/><Relationship Id="rId15" Type="http://schemas.openxmlformats.org/officeDocument/2006/relationships/customXml" Target="../ink/ink37.xml"/><Relationship Id="rId23" Type="http://schemas.openxmlformats.org/officeDocument/2006/relationships/customXml" Target="../ink/ink44.xml"/><Relationship Id="rId28" Type="http://schemas.openxmlformats.org/officeDocument/2006/relationships/image" Target="../media/image270.png"/><Relationship Id="rId36" Type="http://schemas.openxmlformats.org/officeDocument/2006/relationships/image" Target="../media/image310.png"/><Relationship Id="rId49" Type="http://schemas.openxmlformats.org/officeDocument/2006/relationships/customXml" Target="../ink/ink57.xml"/><Relationship Id="rId57" Type="http://schemas.openxmlformats.org/officeDocument/2006/relationships/customXml" Target="../ink/ink61.xml"/><Relationship Id="rId10" Type="http://schemas.openxmlformats.org/officeDocument/2006/relationships/customXml" Target="../ink/ink32.xml"/><Relationship Id="rId31" Type="http://schemas.openxmlformats.org/officeDocument/2006/relationships/customXml" Target="../ink/ink48.xml"/><Relationship Id="rId44" Type="http://schemas.openxmlformats.org/officeDocument/2006/relationships/image" Target="../media/image351.png"/><Relationship Id="rId52" Type="http://schemas.openxmlformats.org/officeDocument/2006/relationships/image" Target="../media/image39.png"/><Relationship Id="rId60" Type="http://schemas.openxmlformats.org/officeDocument/2006/relationships/image" Target="../media/image43.png"/><Relationship Id="rId65" Type="http://schemas.openxmlformats.org/officeDocument/2006/relationships/customXml" Target="../ink/ink65.xml"/><Relationship Id="rId9" Type="http://schemas.openxmlformats.org/officeDocument/2006/relationships/customXml" Target="../ink/ink31.xml"/><Relationship Id="rId13" Type="http://schemas.openxmlformats.org/officeDocument/2006/relationships/customXml" Target="../ink/ink35.xml"/><Relationship Id="rId18" Type="http://schemas.openxmlformats.org/officeDocument/2006/relationships/customXml" Target="../ink/ink40.xml"/><Relationship Id="rId39" Type="http://schemas.openxmlformats.org/officeDocument/2006/relationships/customXml" Target="../ink/ink52.xml"/></Relationships>
</file>

<file path=ppt/slides/_rels/slide1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84.xml"/><Relationship Id="rId21" Type="http://schemas.openxmlformats.org/officeDocument/2006/relationships/customXml" Target="../ink/ink81.xml"/><Relationship Id="rId42" Type="http://schemas.openxmlformats.org/officeDocument/2006/relationships/customXml" Target="../ink/ink92.xml"/><Relationship Id="rId47" Type="http://schemas.openxmlformats.org/officeDocument/2006/relationships/image" Target="../media/image37.png"/><Relationship Id="rId63" Type="http://schemas.openxmlformats.org/officeDocument/2006/relationships/image" Target="../media/image45.png"/><Relationship Id="rId68" Type="http://schemas.openxmlformats.org/officeDocument/2006/relationships/customXml" Target="../ink/ink105.xml"/><Relationship Id="rId84" Type="http://schemas.openxmlformats.org/officeDocument/2006/relationships/image" Target="../media/image56.png"/><Relationship Id="rId16" Type="http://schemas.openxmlformats.org/officeDocument/2006/relationships/customXml" Target="../ink/ink76.xml"/><Relationship Id="rId11" Type="http://schemas.openxmlformats.org/officeDocument/2006/relationships/customXml" Target="../ink/ink71.xml"/><Relationship Id="rId32" Type="http://schemas.openxmlformats.org/officeDocument/2006/relationships/customXml" Target="../ink/ink87.xml"/><Relationship Id="rId37" Type="http://schemas.openxmlformats.org/officeDocument/2006/relationships/image" Target="../media/image320.png"/><Relationship Id="rId53" Type="http://schemas.openxmlformats.org/officeDocument/2006/relationships/image" Target="../media/image400.png"/><Relationship Id="rId58" Type="http://schemas.openxmlformats.org/officeDocument/2006/relationships/customXml" Target="../ink/ink100.xml"/><Relationship Id="rId74" Type="http://schemas.openxmlformats.org/officeDocument/2006/relationships/customXml" Target="../ink/ink108.xml"/><Relationship Id="rId79" Type="http://schemas.openxmlformats.org/officeDocument/2006/relationships/image" Target="../media/image53.png"/><Relationship Id="rId5" Type="http://schemas.openxmlformats.org/officeDocument/2006/relationships/image" Target="../media/image66.png"/><Relationship Id="rId61" Type="http://schemas.openxmlformats.org/officeDocument/2006/relationships/image" Target="../media/image44.png"/><Relationship Id="rId82" Type="http://schemas.openxmlformats.org/officeDocument/2006/relationships/customXml" Target="../ink/ink112.xml"/><Relationship Id="rId19" Type="http://schemas.openxmlformats.org/officeDocument/2006/relationships/customXml" Target="../ink/ink79.xml"/><Relationship Id="rId14" Type="http://schemas.openxmlformats.org/officeDocument/2006/relationships/customXml" Target="../ink/ink74.xml"/><Relationship Id="rId22" Type="http://schemas.openxmlformats.org/officeDocument/2006/relationships/customXml" Target="../ink/ink82.xml"/><Relationship Id="rId27" Type="http://schemas.openxmlformats.org/officeDocument/2006/relationships/image" Target="../media/image270.png"/><Relationship Id="rId30" Type="http://schemas.openxmlformats.org/officeDocument/2006/relationships/customXml" Target="../ink/ink86.xml"/><Relationship Id="rId35" Type="http://schemas.openxmlformats.org/officeDocument/2006/relationships/image" Target="../media/image310.png"/><Relationship Id="rId43" Type="http://schemas.openxmlformats.org/officeDocument/2006/relationships/image" Target="../media/image350.png"/><Relationship Id="rId48" Type="http://schemas.openxmlformats.org/officeDocument/2006/relationships/customXml" Target="../ink/ink95.xml"/><Relationship Id="rId56" Type="http://schemas.openxmlformats.org/officeDocument/2006/relationships/customXml" Target="../ink/ink99.xml"/><Relationship Id="rId64" Type="http://schemas.openxmlformats.org/officeDocument/2006/relationships/customXml" Target="../ink/ink103.xml"/><Relationship Id="rId69" Type="http://schemas.openxmlformats.org/officeDocument/2006/relationships/image" Target="../media/image480.png"/><Relationship Id="rId77" Type="http://schemas.openxmlformats.org/officeDocument/2006/relationships/image" Target="../media/image52.png"/><Relationship Id="rId8" Type="http://schemas.openxmlformats.org/officeDocument/2006/relationships/customXml" Target="../ink/ink68.xml"/><Relationship Id="rId51" Type="http://schemas.openxmlformats.org/officeDocument/2006/relationships/image" Target="../media/image39.png"/><Relationship Id="rId72" Type="http://schemas.openxmlformats.org/officeDocument/2006/relationships/customXml" Target="../ink/ink107.xml"/><Relationship Id="rId80" Type="http://schemas.openxmlformats.org/officeDocument/2006/relationships/customXml" Target="../ink/ink111.xml"/><Relationship Id="rId3" Type="http://schemas.openxmlformats.org/officeDocument/2006/relationships/image" Target="../media/image23.png"/><Relationship Id="rId12" Type="http://schemas.openxmlformats.org/officeDocument/2006/relationships/customXml" Target="../ink/ink72.xml"/><Relationship Id="rId17" Type="http://schemas.openxmlformats.org/officeDocument/2006/relationships/customXml" Target="../ink/ink77.xml"/><Relationship Id="rId25" Type="http://schemas.openxmlformats.org/officeDocument/2006/relationships/image" Target="../media/image260.png"/><Relationship Id="rId33" Type="http://schemas.openxmlformats.org/officeDocument/2006/relationships/image" Target="../media/image300.png"/><Relationship Id="rId38" Type="http://schemas.openxmlformats.org/officeDocument/2006/relationships/customXml" Target="../ink/ink90.xml"/><Relationship Id="rId46" Type="http://schemas.openxmlformats.org/officeDocument/2006/relationships/customXml" Target="../ink/ink94.xml"/><Relationship Id="rId59" Type="http://schemas.openxmlformats.org/officeDocument/2006/relationships/image" Target="../media/image43.png"/><Relationship Id="rId67" Type="http://schemas.openxmlformats.org/officeDocument/2006/relationships/image" Target="../media/image470.png"/><Relationship Id="rId20" Type="http://schemas.openxmlformats.org/officeDocument/2006/relationships/customXml" Target="../ink/ink80.xml"/><Relationship Id="rId41" Type="http://schemas.openxmlformats.org/officeDocument/2006/relationships/image" Target="../media/image340.png"/><Relationship Id="rId54" Type="http://schemas.openxmlformats.org/officeDocument/2006/relationships/customXml" Target="../ink/ink98.xml"/><Relationship Id="rId62" Type="http://schemas.openxmlformats.org/officeDocument/2006/relationships/customXml" Target="../ink/ink102.xml"/><Relationship Id="rId70" Type="http://schemas.openxmlformats.org/officeDocument/2006/relationships/customXml" Target="../ink/ink106.xml"/><Relationship Id="rId75" Type="http://schemas.openxmlformats.org/officeDocument/2006/relationships/image" Target="../media/image51.png"/><Relationship Id="rId83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7.xml"/><Relationship Id="rId15" Type="http://schemas.openxmlformats.org/officeDocument/2006/relationships/customXml" Target="../ink/ink75.xml"/><Relationship Id="rId23" Type="http://schemas.openxmlformats.org/officeDocument/2006/relationships/image" Target="../media/image250.png"/><Relationship Id="rId28" Type="http://schemas.openxmlformats.org/officeDocument/2006/relationships/customXml" Target="../ink/ink85.xml"/><Relationship Id="rId36" Type="http://schemas.openxmlformats.org/officeDocument/2006/relationships/customXml" Target="../ink/ink89.xml"/><Relationship Id="rId49" Type="http://schemas.openxmlformats.org/officeDocument/2006/relationships/image" Target="../media/image38.png"/><Relationship Id="rId57" Type="http://schemas.openxmlformats.org/officeDocument/2006/relationships/image" Target="../media/image42.png"/><Relationship Id="rId10" Type="http://schemas.openxmlformats.org/officeDocument/2006/relationships/customXml" Target="../ink/ink70.xml"/><Relationship Id="rId31" Type="http://schemas.openxmlformats.org/officeDocument/2006/relationships/image" Target="../media/image290.png"/><Relationship Id="rId44" Type="http://schemas.openxmlformats.org/officeDocument/2006/relationships/customXml" Target="../ink/ink93.xml"/><Relationship Id="rId52" Type="http://schemas.openxmlformats.org/officeDocument/2006/relationships/customXml" Target="../ink/ink97.xml"/><Relationship Id="rId60" Type="http://schemas.openxmlformats.org/officeDocument/2006/relationships/customXml" Target="../ink/ink101.xml"/><Relationship Id="rId65" Type="http://schemas.openxmlformats.org/officeDocument/2006/relationships/image" Target="../media/image46.png"/><Relationship Id="rId73" Type="http://schemas.openxmlformats.org/officeDocument/2006/relationships/image" Target="../media/image50.png"/><Relationship Id="rId78" Type="http://schemas.openxmlformats.org/officeDocument/2006/relationships/customXml" Target="../ink/ink110.xml"/><Relationship Id="rId81" Type="http://schemas.openxmlformats.org/officeDocument/2006/relationships/image" Target="../media/image54.png"/><Relationship Id="rId4" Type="http://schemas.openxmlformats.org/officeDocument/2006/relationships/customXml" Target="../ink/ink66.xml"/><Relationship Id="rId9" Type="http://schemas.openxmlformats.org/officeDocument/2006/relationships/customXml" Target="../ink/ink69.xml"/><Relationship Id="rId13" Type="http://schemas.openxmlformats.org/officeDocument/2006/relationships/customXml" Target="../ink/ink73.xml"/><Relationship Id="rId18" Type="http://schemas.openxmlformats.org/officeDocument/2006/relationships/customXml" Target="../ink/ink78.xml"/><Relationship Id="rId39" Type="http://schemas.openxmlformats.org/officeDocument/2006/relationships/image" Target="../media/image330.png"/><Relationship Id="rId34" Type="http://schemas.openxmlformats.org/officeDocument/2006/relationships/customXml" Target="../ink/ink88.xml"/><Relationship Id="rId50" Type="http://schemas.openxmlformats.org/officeDocument/2006/relationships/customXml" Target="../ink/ink96.xml"/><Relationship Id="rId55" Type="http://schemas.openxmlformats.org/officeDocument/2006/relationships/image" Target="../media/image410.png"/><Relationship Id="rId76" Type="http://schemas.openxmlformats.org/officeDocument/2006/relationships/customXml" Target="../ink/ink109.xml"/><Relationship Id="rId7" Type="http://schemas.openxmlformats.org/officeDocument/2006/relationships/image" Target="../media/image230.png"/><Relationship Id="rId71" Type="http://schemas.openxmlformats.org/officeDocument/2006/relationships/image" Target="../media/image49.png"/><Relationship Id="rId2" Type="http://schemas.openxmlformats.org/officeDocument/2006/relationships/notesSlide" Target="../notesSlides/notesSlide11.xml"/><Relationship Id="rId29" Type="http://schemas.openxmlformats.org/officeDocument/2006/relationships/image" Target="../media/image280.png"/><Relationship Id="rId24" Type="http://schemas.openxmlformats.org/officeDocument/2006/relationships/customXml" Target="../ink/ink83.xml"/><Relationship Id="rId40" Type="http://schemas.openxmlformats.org/officeDocument/2006/relationships/customXml" Target="../ink/ink91.xml"/><Relationship Id="rId45" Type="http://schemas.openxmlformats.org/officeDocument/2006/relationships/image" Target="../media/image36.png"/><Relationship Id="rId66" Type="http://schemas.openxmlformats.org/officeDocument/2006/relationships/customXml" Target="../ink/ink10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5.xml"/><Relationship Id="rId13" Type="http://schemas.openxmlformats.org/officeDocument/2006/relationships/image" Target="../media/image65.jpeg"/><Relationship Id="rId3" Type="http://schemas.openxmlformats.org/officeDocument/2006/relationships/image" Target="../media/image63.png"/><Relationship Id="rId7" Type="http://schemas.openxmlformats.org/officeDocument/2006/relationships/image" Target="../media/image690.png"/><Relationship Id="rId12" Type="http://schemas.openxmlformats.org/officeDocument/2006/relationships/image" Target="../media/image6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4.xml"/><Relationship Id="rId11" Type="http://schemas.openxmlformats.org/officeDocument/2006/relationships/image" Target="../media/image71.png"/><Relationship Id="rId5" Type="http://schemas.openxmlformats.org/officeDocument/2006/relationships/image" Target="../media/image680.png"/><Relationship Id="rId10" Type="http://schemas.openxmlformats.org/officeDocument/2006/relationships/customXml" Target="../ink/ink116.xml"/><Relationship Id="rId4" Type="http://schemas.openxmlformats.org/officeDocument/2006/relationships/customXml" Target="../ink/ink113.xml"/><Relationship Id="rId9" Type="http://schemas.openxmlformats.org/officeDocument/2006/relationships/image" Target="../media/image70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0.png"/><Relationship Id="rId3" Type="http://schemas.openxmlformats.org/officeDocument/2006/relationships/image" Target="../media/image67.png"/><Relationship Id="rId7" Type="http://schemas.openxmlformats.org/officeDocument/2006/relationships/customXml" Target="../ink/ink118.xml"/><Relationship Id="rId12" Type="http://schemas.openxmlformats.org/officeDocument/2006/relationships/image" Target="../media/image7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0.png"/><Relationship Id="rId11" Type="http://schemas.openxmlformats.org/officeDocument/2006/relationships/customXml" Target="../ink/ink120.xml"/><Relationship Id="rId5" Type="http://schemas.openxmlformats.org/officeDocument/2006/relationships/customXml" Target="../ink/ink117.xml"/><Relationship Id="rId10" Type="http://schemas.openxmlformats.org/officeDocument/2006/relationships/image" Target="../media/image700.png"/><Relationship Id="rId4" Type="http://schemas.openxmlformats.org/officeDocument/2006/relationships/image" Target="../media/image63.png"/><Relationship Id="rId9" Type="http://schemas.openxmlformats.org/officeDocument/2006/relationships/customXml" Target="../ink/ink119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3.xml"/><Relationship Id="rId3" Type="http://schemas.openxmlformats.org/officeDocument/2006/relationships/image" Target="../media/image68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2.xml"/><Relationship Id="rId11" Type="http://schemas.openxmlformats.org/officeDocument/2006/relationships/image" Target="../media/image73.png"/><Relationship Id="rId5" Type="http://schemas.openxmlformats.org/officeDocument/2006/relationships/image" Target="../media/image69.png"/><Relationship Id="rId10" Type="http://schemas.openxmlformats.org/officeDocument/2006/relationships/customXml" Target="../ink/ink124.xml"/><Relationship Id="rId4" Type="http://schemas.openxmlformats.org/officeDocument/2006/relationships/customXml" Target="../ink/ink121.xml"/><Relationship Id="rId9" Type="http://schemas.openxmlformats.org/officeDocument/2006/relationships/image" Target="../media/image7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6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9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7.xml"/><Relationship Id="rId13" Type="http://schemas.openxmlformats.org/officeDocument/2006/relationships/image" Target="../media/image95.png"/><Relationship Id="rId3" Type="http://schemas.openxmlformats.org/officeDocument/2006/relationships/image" Target="../media/image90.png"/><Relationship Id="rId7" Type="http://schemas.openxmlformats.org/officeDocument/2006/relationships/image" Target="../media/image92.png"/><Relationship Id="rId12" Type="http://schemas.openxmlformats.org/officeDocument/2006/relationships/customXml" Target="../ink/ink129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6.xml"/><Relationship Id="rId11" Type="http://schemas.openxmlformats.org/officeDocument/2006/relationships/image" Target="../media/image94.png"/><Relationship Id="rId5" Type="http://schemas.openxmlformats.org/officeDocument/2006/relationships/image" Target="../media/image91.png"/><Relationship Id="rId10" Type="http://schemas.openxmlformats.org/officeDocument/2006/relationships/customXml" Target="../ink/ink128.xml"/><Relationship Id="rId4" Type="http://schemas.openxmlformats.org/officeDocument/2006/relationships/customXml" Target="../ink/ink125.xml"/><Relationship Id="rId9" Type="http://schemas.openxmlformats.org/officeDocument/2006/relationships/image" Target="../media/image93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1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0.png"/><Relationship Id="rId13" Type="http://schemas.openxmlformats.org/officeDocument/2006/relationships/image" Target="../media/image105.png"/><Relationship Id="rId3" Type="http://schemas.openxmlformats.org/officeDocument/2006/relationships/image" Target="../media/image102.png"/><Relationship Id="rId7" Type="http://schemas.openxmlformats.org/officeDocument/2006/relationships/customXml" Target="../ink/ink131.xml"/><Relationship Id="rId12" Type="http://schemas.openxmlformats.org/officeDocument/2006/relationships/image" Target="../media/image10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11.png"/><Relationship Id="rId11" Type="http://schemas.openxmlformats.org/officeDocument/2006/relationships/customXml" Target="../ink/ink133.xml"/><Relationship Id="rId5" Type="http://schemas.openxmlformats.org/officeDocument/2006/relationships/customXml" Target="../ink/ink130.xml"/><Relationship Id="rId10" Type="http://schemas.openxmlformats.org/officeDocument/2006/relationships/image" Target="../media/image1030.png"/><Relationship Id="rId4" Type="http://schemas.openxmlformats.org/officeDocument/2006/relationships/image" Target="../media/image103.png"/><Relationship Id="rId9" Type="http://schemas.openxmlformats.org/officeDocument/2006/relationships/customXml" Target="../ink/ink13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6.xml"/><Relationship Id="rId3" Type="http://schemas.openxmlformats.org/officeDocument/2006/relationships/customXml" Target="../ink/ink134.xml"/><Relationship Id="rId7" Type="http://schemas.openxmlformats.org/officeDocument/2006/relationships/image" Target="../media/image690.png"/><Relationship Id="rId12" Type="http://schemas.openxmlformats.org/officeDocument/2006/relationships/image" Target="../media/image10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35.xml"/><Relationship Id="rId11" Type="http://schemas.openxmlformats.org/officeDocument/2006/relationships/image" Target="../media/image1010.png"/><Relationship Id="rId5" Type="http://schemas.openxmlformats.org/officeDocument/2006/relationships/image" Target="../media/image680.png"/><Relationship Id="rId10" Type="http://schemas.openxmlformats.org/officeDocument/2006/relationships/customXml" Target="../ink/ink137.xml"/><Relationship Id="rId9" Type="http://schemas.openxmlformats.org/officeDocument/2006/relationships/image" Target="../media/image100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rankwxu/digital-forensics-lab/blob/main/Basic_Computer_Skills_for_Forensics/file_carving/File_Carving_Manually/vm_to_ub_traffic.log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2.png"/><Relationship Id="rId4" Type="http://schemas.openxmlformats.org/officeDocument/2006/relationships/image" Target="../media/image12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4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4.png"/><Relationship Id="rId4" Type="http://schemas.openxmlformats.org/officeDocument/2006/relationships/image" Target="../media/image13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7.png"/><Relationship Id="rId4" Type="http://schemas.openxmlformats.org/officeDocument/2006/relationships/image" Target="../media/image136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5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0.png"/><Relationship Id="rId3" Type="http://schemas.openxmlformats.org/officeDocument/2006/relationships/image" Target="../media/image139.png"/><Relationship Id="rId7" Type="http://schemas.openxmlformats.org/officeDocument/2006/relationships/customXml" Target="../ink/ink139.xm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40.png"/><Relationship Id="rId5" Type="http://schemas.openxmlformats.org/officeDocument/2006/relationships/customXml" Target="../ink/ink138.xml"/><Relationship Id="rId4" Type="http://schemas.openxmlformats.org/officeDocument/2006/relationships/image" Target="../media/image14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2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4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/>
          </a:bodyPr>
          <a:lstStyle/>
          <a:p>
            <a:r>
              <a:rPr lang="en-GB" sz="4800" dirty="0"/>
              <a:t>Digital Evidence Search with Regex Pattern Matching</a:t>
            </a:r>
            <a:endParaRPr lang="en-US" sz="4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2871076-CFC8-4CD5-BF65-ECB4ACAEF8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Power of Regular Expression</a:t>
            </a:r>
          </a:p>
        </p:txBody>
      </p:sp>
      <p:pic>
        <p:nvPicPr>
          <p:cNvPr id="6146" name="Picture 2" descr="Match Madness Board Game - Walmart.com">
            <a:extLst>
              <a:ext uri="{FF2B5EF4-FFF2-40B4-BE49-F238E27FC236}">
                <a16:creationId xmlns:a16="http://schemas.microsoft.com/office/drawing/2014/main" id="{8025B738-23D5-45D4-8C3D-7BF763E552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75" t="10433" r="7671" b="9433"/>
          <a:stretch/>
        </p:blipFill>
        <p:spPr bwMode="auto">
          <a:xfrm>
            <a:off x="10433538" y="102456"/>
            <a:ext cx="1758461" cy="1673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5061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8A2F8C4-A332-60E0-DC03-72D96B788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70E6C3-ECDF-F769-EAC5-C8FF13E8E5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and patterns</a:t>
            </a:r>
          </a:p>
        </p:txBody>
      </p:sp>
    </p:spTree>
    <p:extLst>
      <p:ext uri="{BB962C8B-B14F-4D97-AF65-F5344CB8AC3E}">
        <p14:creationId xmlns:p14="http://schemas.microsoft.com/office/powerpoint/2010/main" val="670736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5704A0B-9087-526B-D473-7F87284E9F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88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  <p:sp>
        <p:nvSpPr>
          <p:cNvPr id="6" name="AutoShape 2" descr=", AI generated">
            <a:extLst>
              <a:ext uri="{FF2B5EF4-FFF2-40B4-BE49-F238E27FC236}">
                <a16:creationId xmlns:a16="http://schemas.microsoft.com/office/drawing/2014/main" id="{B6509EC2-ADA9-388E-B527-02DE4FC365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512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AD2CF-E93E-49EC-9764-F7D9266F9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types of evidence can patterns find?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F23D0-FB69-4C2D-A980-05A6F8FE2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21550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Personal identifiers: names, phone numbers, email addresses, dates of birth, ZIP codes, SSNs</a:t>
            </a:r>
          </a:p>
          <a:p>
            <a:r>
              <a:rPr lang="en-US" dirty="0"/>
              <a:t>Account artifacts: usernames, passwords, tokens, and other credential-like strings</a:t>
            </a:r>
          </a:p>
          <a:p>
            <a:r>
              <a:rPr lang="en-US" dirty="0"/>
              <a:t>Source-code artifacts: HTML, Java, scripts, configuration values, and comments</a:t>
            </a:r>
          </a:p>
          <a:p>
            <a:r>
              <a:rPr lang="en-US" dirty="0"/>
              <a:t>Network artifacts: URLs, IP addresses, MAC addresses, timestamps, hex values, and protocol fields</a:t>
            </a:r>
          </a:p>
          <a:p>
            <a:r>
              <a:rPr lang="en-US" dirty="0"/>
              <a:t>File artifacts: file names, paths, file attributes, and metadata values</a:t>
            </a:r>
          </a:p>
        </p:txBody>
      </p:sp>
    </p:spTree>
    <p:extLst>
      <p:ext uri="{BB962C8B-B14F-4D97-AF65-F5344CB8AC3E}">
        <p14:creationId xmlns:p14="http://schemas.microsoft.com/office/powerpoint/2010/main" val="1871879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31A8EA0-02DB-4993-B32B-19B0528EF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506416"/>
            <a:ext cx="5860288" cy="17222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163ACE-C59A-46AC-A63E-95337625F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regular expression (regex)?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A5327-1E98-49C3-99CC-8C141B376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722269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A regex describes a search pattern, not just one literal string.</a:t>
            </a:r>
          </a:p>
          <a:p>
            <a:r>
              <a:rPr lang="en-GB" dirty="0"/>
              <a:t>It is useful for extracting artifacts from logs, source code, documents, and raw text strings.</a:t>
            </a:r>
          </a:p>
          <a:p>
            <a:r>
              <a:rPr lang="en-GB" dirty="0"/>
              <a:t>In this chapter, regex is mainly used with </a:t>
            </a:r>
            <a:r>
              <a:rPr lang="en-GB" dirty="0">
                <a:solidFill>
                  <a:srgbClr val="FF0000"/>
                </a:solidFill>
              </a:rPr>
              <a:t>grep</a:t>
            </a:r>
            <a:r>
              <a:rPr lang="en-GB" dirty="0"/>
              <a:t> for searching and </a:t>
            </a:r>
            <a:r>
              <a:rPr lang="en-GB" dirty="0" err="1">
                <a:solidFill>
                  <a:srgbClr val="FF0000"/>
                </a:solidFill>
              </a:rPr>
              <a:t>sed</a:t>
            </a:r>
            <a:r>
              <a:rPr lang="en-GB" dirty="0"/>
              <a:t> for cleaning text.</a:t>
            </a:r>
          </a:p>
          <a:p>
            <a:r>
              <a:rPr lang="en-GB" dirty="0"/>
              <a:t>Test the pattern on small examples before running it against extracted evidence.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64DF71-BAEB-42DE-9D02-C69E7158B755}"/>
              </a:ext>
            </a:extLst>
          </p:cNvPr>
          <p:cNvSpPr txBox="1"/>
          <p:nvPr/>
        </p:nvSpPr>
        <p:spPr>
          <a:xfrm>
            <a:off x="7580923" y="4022845"/>
            <a:ext cx="415778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defRPr sz="1600" b="0">
                <a:solidFill>
                  <a:srgbClr val="000000"/>
                </a:solidFill>
                <a:latin typeface="Arial"/>
              </a:defRPr>
            </a:pPr>
            <a:r>
              <a:rPr lang="en-GB" sz="1400" dirty="0">
                <a:latin typeface="Arial"/>
              </a:rPr>
              <a:t>Literal: frank</a:t>
            </a:r>
          </a:p>
          <a:p>
            <a:pPr>
              <a:defRPr sz="1600" b="0">
                <a:solidFill>
                  <a:srgbClr val="000000"/>
                </a:solidFill>
                <a:latin typeface="Arial"/>
              </a:defRPr>
            </a:pPr>
            <a:r>
              <a:rPr lang="en-GB" sz="1400" dirty="0">
                <a:latin typeface="Arial"/>
              </a:rPr>
              <a:t>OR/group: (</a:t>
            </a:r>
            <a:r>
              <a:rPr lang="en-GB" sz="1400" dirty="0" err="1">
                <a:latin typeface="Arial"/>
              </a:rPr>
              <a:t>f|F</a:t>
            </a:r>
            <a:r>
              <a:rPr lang="en-GB" sz="1400" dirty="0">
                <a:latin typeface="Arial"/>
              </a:rPr>
              <a:t>)rank</a:t>
            </a:r>
          </a:p>
          <a:p>
            <a:pPr>
              <a:defRPr sz="1600" b="0">
                <a:solidFill>
                  <a:srgbClr val="000000"/>
                </a:solidFill>
                <a:latin typeface="Arial"/>
              </a:defRPr>
            </a:pPr>
            <a:r>
              <a:rPr lang="en-GB" sz="1400" dirty="0">
                <a:latin typeface="Arial"/>
              </a:rPr>
              <a:t>Case-insensitive option: grep -i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942E845-D820-4C25-822B-83E4F497A8FF}"/>
              </a:ext>
            </a:extLst>
          </p:cNvPr>
          <p:cNvCxnSpPr>
            <a:cxnSpLocks/>
          </p:cNvCxnSpPr>
          <p:nvPr/>
        </p:nvCxnSpPr>
        <p:spPr>
          <a:xfrm flipV="1">
            <a:off x="6377354" y="4206370"/>
            <a:ext cx="1297354" cy="600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5ACB552-7234-4FB3-9ECE-530CA8F42B6B}"/>
              </a:ext>
            </a:extLst>
          </p:cNvPr>
          <p:cNvCxnSpPr>
            <a:cxnSpLocks/>
          </p:cNvCxnSpPr>
          <p:nvPr/>
        </p:nvCxnSpPr>
        <p:spPr>
          <a:xfrm flipV="1">
            <a:off x="5908431" y="4582361"/>
            <a:ext cx="1766277" cy="11072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C872B1C-C6A8-4DA2-A6F5-57DA7F918A1F}"/>
              </a:ext>
            </a:extLst>
          </p:cNvPr>
          <p:cNvSpPr txBox="1"/>
          <p:nvPr/>
        </p:nvSpPr>
        <p:spPr>
          <a:xfrm>
            <a:off x="7580923" y="6557355"/>
            <a:ext cx="324338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https://jex.im/regulex/#!flags=&amp;re=(f%7CF)rank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FDD2864-550B-433A-9E52-D4EFF5041F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041" y="3786111"/>
            <a:ext cx="1585097" cy="7011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255B20C-9185-4115-A56F-C857AAF5D0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4708" y="4892175"/>
            <a:ext cx="2590246" cy="1613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290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C962B4-9248-41D9-B212-D46038032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360" y="0"/>
            <a:ext cx="78112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972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486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dirty="0">
                <a:solidFill>
                  <a:srgbClr val="1A2B56"/>
                </a:solidFill>
                <a:latin typeface="Arial"/>
              </a:rPr>
              <a:t>Chapter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115568"/>
            <a:ext cx="10881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dirty="0">
                <a:solidFill>
                  <a:srgbClr val="5F5F5F"/>
                </a:solidFill>
                <a:latin typeface="Arial"/>
              </a:rPr>
              <a:t>From simple pattern matching to defensible evidence extraction.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938528"/>
            <a:ext cx="2212848" cy="1993392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48640" y="2121408"/>
            <a:ext cx="457200" cy="457200"/>
          </a:xfrm>
          <a:prstGeom prst="ellipse">
            <a:avLst/>
          </a:prstGeom>
          <a:solidFill>
            <a:srgbClr val="276FBF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176272"/>
            <a:ext cx="457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057400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2B56"/>
                </a:solidFill>
                <a:latin typeface="Arial"/>
              </a:rPr>
              <a:t>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788920"/>
            <a:ext cx="18745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82828"/>
                </a:solidFill>
                <a:latin typeface="Arial"/>
              </a:rPr>
              <a:t>Prepare files</a:t>
            </a:r>
            <a:br/>
            <a:r>
              <a:rPr sz="1500" b="0">
                <a:solidFill>
                  <a:srgbClr val="282828"/>
                </a:solidFill>
                <a:latin typeface="Arial"/>
              </a:rPr>
              <a:t>and run a literal search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15768" y="1938528"/>
            <a:ext cx="2212848" cy="1993392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2C8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852928" y="2121408"/>
            <a:ext cx="457200" cy="457200"/>
          </a:xfrm>
          <a:prstGeom prst="ellipse">
            <a:avLst/>
          </a:prstGeom>
          <a:solidFill>
            <a:srgbClr val="2C844D"/>
          </a:solidFill>
          <a:ln>
            <a:solidFill>
              <a:srgbClr val="2C8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52928" y="2176272"/>
            <a:ext cx="457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74136" y="2057400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2B56"/>
                </a:solidFill>
                <a:latin typeface="Arial"/>
              </a:rPr>
              <a:t>Basics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788920"/>
            <a:ext cx="18745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82828"/>
                </a:solidFill>
                <a:latin typeface="Arial"/>
              </a:rPr>
              <a:t>Characters, groups,</a:t>
            </a:r>
            <a:br/>
            <a:r>
              <a:rPr sz="1500" b="0">
                <a:solidFill>
                  <a:srgbClr val="282828"/>
                </a:solidFill>
                <a:latin typeface="Arial"/>
              </a:rPr>
              <a:t>quantifiers, boundaries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0056" y="1938528"/>
            <a:ext cx="2212848" cy="1993392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664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157216" y="2121408"/>
            <a:ext cx="457200" cy="457200"/>
          </a:xfrm>
          <a:prstGeom prst="ellipse">
            <a:avLst/>
          </a:prstGeom>
          <a:solidFill>
            <a:srgbClr val="66409E"/>
          </a:solidFill>
          <a:ln>
            <a:solidFill>
              <a:srgbClr val="664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57216" y="2176272"/>
            <a:ext cx="457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78424" y="2057400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2B56"/>
                </a:solidFill>
                <a:latin typeface="Arial"/>
              </a:rPr>
              <a:t>Precision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4648" y="2788920"/>
            <a:ext cx="18745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dirty="0" err="1">
                <a:solidFill>
                  <a:srgbClr val="282828"/>
                </a:solidFill>
                <a:latin typeface="Arial"/>
              </a:rPr>
              <a:t>Lookaround</a:t>
            </a:r>
            <a:r>
              <a:rPr sz="1500" b="0" dirty="0">
                <a:solidFill>
                  <a:srgbClr val="282828"/>
                </a:solidFill>
                <a:latin typeface="Arial"/>
              </a:rPr>
              <a:t> and</a:t>
            </a:r>
            <a:br>
              <a:rPr dirty="0"/>
            </a:br>
            <a:r>
              <a:rPr sz="1500" b="0" dirty="0">
                <a:solidFill>
                  <a:srgbClr val="282828"/>
                </a:solidFill>
                <a:latin typeface="Arial"/>
              </a:rPr>
              <a:t>false-positive reduction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1938528"/>
            <a:ext cx="2212848" cy="1993392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B4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461504" y="2121408"/>
            <a:ext cx="457200" cy="457200"/>
          </a:xfrm>
          <a:prstGeom prst="ellipse">
            <a:avLst/>
          </a:prstGeom>
          <a:solidFill>
            <a:srgbClr val="B48000"/>
          </a:solidFill>
          <a:ln>
            <a:solidFill>
              <a:srgbClr val="B4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61504" y="2176272"/>
            <a:ext cx="457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82712" y="2057400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2B56"/>
                </a:solidFill>
                <a:latin typeface="Arial"/>
              </a:rPr>
              <a:t>Evidence patterns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88936" y="2788920"/>
            <a:ext cx="18745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dirty="0">
                <a:solidFill>
                  <a:srgbClr val="282828"/>
                </a:solidFill>
                <a:latin typeface="Arial"/>
              </a:rPr>
              <a:t>Phones, emails, names,</a:t>
            </a:r>
            <a:br>
              <a:rPr dirty="0"/>
            </a:br>
            <a:r>
              <a:rPr sz="1500" b="0" dirty="0">
                <a:solidFill>
                  <a:srgbClr val="282828"/>
                </a:solidFill>
                <a:latin typeface="Arial"/>
              </a:rPr>
              <a:t>password checks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28632" y="1938528"/>
            <a:ext cx="2212848" cy="1993392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B7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765792" y="2121408"/>
            <a:ext cx="457200" cy="457200"/>
          </a:xfrm>
          <a:prstGeom prst="ellipse">
            <a:avLst/>
          </a:prstGeom>
          <a:solidFill>
            <a:srgbClr val="B72D2D"/>
          </a:solidFill>
          <a:ln>
            <a:solidFill>
              <a:srgbClr val="B7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65792" y="2176272"/>
            <a:ext cx="457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87000" y="2057400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2B56"/>
                </a:solidFill>
                <a:latin typeface="Arial"/>
              </a:rPr>
              <a:t>Artifacts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93224" y="2788920"/>
            <a:ext cx="198729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dirty="0">
                <a:solidFill>
                  <a:srgbClr val="282828"/>
                </a:solidFill>
                <a:latin typeface="Arial"/>
              </a:rPr>
              <a:t>Code, URLs, MACs,</a:t>
            </a:r>
            <a:br>
              <a:rPr dirty="0"/>
            </a:br>
            <a:r>
              <a:rPr sz="1500" b="0" dirty="0">
                <a:solidFill>
                  <a:srgbClr val="282828"/>
                </a:solidFill>
                <a:latin typeface="Arial"/>
              </a:rPr>
              <a:t>PCAP text, DOCX/XML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709160"/>
            <a:ext cx="10332720" cy="822960"/>
          </a:xfrm>
          <a:prstGeom prst="roundRect">
            <a:avLst/>
          </a:prstGeom>
          <a:solidFill>
            <a:srgbClr val="FFF6D3"/>
          </a:solidFill>
          <a:ln w="15240">
            <a:solidFill>
              <a:srgbClr val="B4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rgbClr val="2D2D2D"/>
                </a:solidFill>
                <a:latin typeface="Arial"/>
              </a:rPr>
              <a:t>Forensic rule: regex finds candidates; investigators verify context, source, and meaning.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7548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76FBF"/>
                </a:solidFill>
                <a:latin typeface="Arial"/>
              </a:rPr>
              <a:t>Section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A2B56"/>
                </a:solidFill>
                <a:latin typeface="Arial"/>
              </a:rPr>
              <a:t>Lab Setup and First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90195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dirty="0">
                <a:solidFill>
                  <a:srgbClr val="5F5F5F"/>
                </a:solidFill>
                <a:latin typeface="Arial"/>
              </a:rPr>
              <a:t>Download files, inspect data, and run a literal search.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2606040"/>
            <a:ext cx="7589520" cy="54864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2971800"/>
            <a:ext cx="10469880" cy="1353313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00050" indent="-342900">
              <a:spcAft>
                <a:spcPts val="600"/>
              </a:spcAft>
              <a:buFont typeface="Arial" panose="020B0604020202020204" pitchFamily="34" charset="0"/>
              <a:buChar char="•"/>
              <a:defRPr sz="2200">
                <a:solidFill>
                  <a:srgbClr val="232323"/>
                </a:solidFill>
                <a:latin typeface="Arial"/>
              </a:defRPr>
            </a:pPr>
            <a:r>
              <a:rPr lang="en-GB" dirty="0">
                <a:latin typeface="Arial"/>
              </a:rPr>
              <a:t>Prepare lab files and confirm what you are searching.</a:t>
            </a:r>
          </a:p>
          <a:p>
            <a:pPr marL="400050" indent="-342900">
              <a:spcAft>
                <a:spcPts val="600"/>
              </a:spcAft>
              <a:buFont typeface="Arial" panose="020B0604020202020204" pitchFamily="34" charset="0"/>
              <a:buChar char="•"/>
              <a:defRPr sz="2200">
                <a:solidFill>
                  <a:srgbClr val="232323"/>
                </a:solidFill>
                <a:latin typeface="Arial"/>
              </a:defRPr>
            </a:pPr>
            <a:r>
              <a:rPr lang="en-GB" dirty="0">
                <a:latin typeface="Arial"/>
              </a:rPr>
              <a:t>Run the first literal search before writing complex patterns.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B90C16-26FD-41AC-9FFC-F0C294F2A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 lab files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9A8D256-E28E-4CC2-AC00-CF5CE6EBE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264" y="2050660"/>
            <a:ext cx="9281964" cy="222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589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EEC61B-5755-4985-8B0C-FB8847F031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615" y="868155"/>
            <a:ext cx="6988146" cy="33988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EB817F6-6FCC-4060-B697-0A391DBD3B5D}"/>
              </a:ext>
            </a:extLst>
          </p:cNvPr>
          <p:cNvSpPr txBox="1"/>
          <p:nvPr/>
        </p:nvSpPr>
        <p:spPr>
          <a:xfrm>
            <a:off x="1092615" y="498823"/>
            <a:ext cx="1406154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unzip the file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EE466C-47C6-4530-AD4F-64219F10FD23}"/>
              </a:ext>
            </a:extLst>
          </p:cNvPr>
          <p:cNvSpPr txBox="1"/>
          <p:nvPr/>
        </p:nvSpPr>
        <p:spPr>
          <a:xfrm>
            <a:off x="1092615" y="4557161"/>
            <a:ext cx="2649380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Verify some unzipped files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DDD674-83F6-4B12-97F3-016BB334C9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615" y="4926493"/>
            <a:ext cx="8458933" cy="124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990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739934-BD40-40BE-B356-88C5EFC9A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22" y="4116153"/>
            <a:ext cx="11712955" cy="24233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A43BDA-C943-4029-B68B-54B7CB831474}"/>
              </a:ext>
            </a:extLst>
          </p:cNvPr>
          <p:cNvSpPr txBox="1"/>
          <p:nvPr/>
        </p:nvSpPr>
        <p:spPr>
          <a:xfrm>
            <a:off x="239522" y="636298"/>
            <a:ext cx="7693581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Verify the roster file before searching. Confirm the columns and delimiter first.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35502B-34CF-4102-B4AA-4529ACA458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522" y="1005630"/>
            <a:ext cx="9548687" cy="3017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557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F57FD80-C852-47D4-81A1-837DED13A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4" y="2229449"/>
            <a:ext cx="11621507" cy="12878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51078D3-D6A7-41AA-B1C3-73D6A8D3F60A}"/>
              </a:ext>
            </a:extLst>
          </p:cNvPr>
          <p:cNvSpPr txBox="1"/>
          <p:nvPr/>
        </p:nvSpPr>
        <p:spPr>
          <a:xfrm>
            <a:off x="457184" y="1860117"/>
            <a:ext cx="2762295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GB" dirty="0">
                <a:latin typeface="Arial"/>
              </a:rPr>
              <a:t>Search for a literal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1283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7548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C844D"/>
                </a:solidFill>
                <a:latin typeface="Arial"/>
              </a:rPr>
              <a:t>Section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A2B56"/>
                </a:solidFill>
                <a:latin typeface="Arial"/>
              </a:rPr>
              <a:t>Regex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90195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5F5F5F"/>
                </a:solidFill>
                <a:latin typeface="Arial"/>
              </a:rPr>
              <a:t>Literal text, character classes, quantifiers, boundaries, and whitespace.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2606040"/>
            <a:ext cx="7589520" cy="54864"/>
          </a:xfrm>
          <a:prstGeom prst="rect">
            <a:avLst/>
          </a:prstGeom>
          <a:solidFill>
            <a:srgbClr val="2C8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2971800"/>
            <a:ext cx="10469880" cy="1225297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2C8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/>
                </a:solidFill>
              </a:rPr>
              <a:t>Build patterns from literals, character classes, and quantifiers.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/>
                </a:solidFill>
              </a:rPr>
              <a:t>Use boundaries and whitespace intentionally.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FF8BC-F2F4-4B27-88C6-5FAD79A36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pattern of all names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71C2BB-F020-4668-ADD0-C3B89F5F1F63}"/>
              </a:ext>
            </a:extLst>
          </p:cNvPr>
          <p:cNvSpPr txBox="1"/>
          <p:nvPr/>
        </p:nvSpPr>
        <p:spPr>
          <a:xfrm>
            <a:off x="3915880" y="1480196"/>
            <a:ext cx="386676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 err="1">
                <a:solidFill>
                  <a:srgbClr val="002060"/>
                </a:solidFill>
                <a:latin typeface="Vijaya" panose="02020604020202020204" pitchFamily="18" charset="0"/>
                <a:cs typeface="Vijaya" panose="02020604020202020204" pitchFamily="18" charset="0"/>
              </a:rPr>
              <a:t>F</a:t>
            </a:r>
            <a:r>
              <a:rPr lang="en-US" sz="8800" dirty="0" err="1">
                <a:solidFill>
                  <a:srgbClr val="7030A0"/>
                </a:solidFill>
                <a:latin typeface="Vijaya" panose="02020604020202020204" pitchFamily="18" charset="0"/>
                <a:cs typeface="Vijaya" panose="02020604020202020204" pitchFamily="18" charset="0"/>
              </a:rPr>
              <a:t>rank</a:t>
            </a:r>
            <a:r>
              <a:rPr lang="en-US" sz="8800" dirty="0" err="1">
                <a:solidFill>
                  <a:srgbClr val="FF0000"/>
                </a:solidFill>
                <a:latin typeface="Vijaya" panose="02020604020202020204" pitchFamily="18" charset="0"/>
                <a:cs typeface="Vijaya" panose="02020604020202020204" pitchFamily="18" charset="0"/>
              </a:rPr>
              <a:t>_</a:t>
            </a:r>
            <a:r>
              <a:rPr lang="en-US" sz="88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Vijaya" panose="02020604020202020204" pitchFamily="18" charset="0"/>
                <a:cs typeface="Vijaya" panose="02020604020202020204" pitchFamily="18" charset="0"/>
              </a:rPr>
              <a:t>X</a:t>
            </a:r>
            <a:r>
              <a:rPr lang="en-US" sz="8800" dirty="0" err="1">
                <a:solidFill>
                  <a:schemeClr val="accent2"/>
                </a:solidFill>
                <a:latin typeface="Vijaya" panose="02020604020202020204" pitchFamily="18" charset="0"/>
                <a:cs typeface="Vijaya" panose="02020604020202020204" pitchFamily="18" charset="0"/>
              </a:rPr>
              <a:t>u</a:t>
            </a:r>
            <a:endParaRPr lang="en-US" sz="8800" dirty="0">
              <a:solidFill>
                <a:schemeClr val="accent2"/>
              </a:solidFill>
              <a:latin typeface="Vijaya" panose="02020604020202020204" pitchFamily="18" charset="0"/>
              <a:cs typeface="Vijaya" panose="0202060402020202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B7C88C-EE39-43E7-8B82-4A159B30D992}"/>
              </a:ext>
            </a:extLst>
          </p:cNvPr>
          <p:cNvSpPr txBox="1"/>
          <p:nvPr/>
        </p:nvSpPr>
        <p:spPr>
          <a:xfrm>
            <a:off x="2685189" y="2868420"/>
            <a:ext cx="140936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002060"/>
                </a:solidFill>
                <a:latin typeface="Vijaya" panose="02020604020202020204" pitchFamily="18" charset="0"/>
                <a:cs typeface="Vijaya" panose="02020604020202020204" pitchFamily="18" charset="0"/>
              </a:rPr>
              <a:t>F</a:t>
            </a:r>
            <a:r>
              <a:rPr lang="en-US" sz="4400" dirty="0">
                <a:solidFill>
                  <a:srgbClr val="7030A0"/>
                </a:solidFill>
                <a:latin typeface="Vijaya" panose="02020604020202020204" pitchFamily="18" charset="0"/>
                <a:cs typeface="Vijaya" panose="02020604020202020204" pitchFamily="18" charset="0"/>
              </a:rPr>
              <a:t>rank </a:t>
            </a:r>
            <a:endParaRPr lang="en-US" sz="2800" dirty="0">
              <a:solidFill>
                <a:srgbClr val="7030A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06C526-15E3-4D3D-BED5-51F56EC50D08}"/>
              </a:ext>
            </a:extLst>
          </p:cNvPr>
          <p:cNvSpPr txBox="1"/>
          <p:nvPr/>
        </p:nvSpPr>
        <p:spPr>
          <a:xfrm>
            <a:off x="8033889" y="2774339"/>
            <a:ext cx="7360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accent4">
                    <a:lumMod val="60000"/>
                    <a:lumOff val="40000"/>
                  </a:schemeClr>
                </a:solidFill>
                <a:latin typeface="Vijaya" panose="02020604020202020204" pitchFamily="18" charset="0"/>
                <a:cs typeface="Vijaya" panose="02020604020202020204" pitchFamily="18" charset="0"/>
              </a:rPr>
              <a:t>X</a:t>
            </a:r>
            <a:r>
              <a:rPr lang="en-US" sz="4800" dirty="0">
                <a:solidFill>
                  <a:schemeClr val="accent2"/>
                </a:solidFill>
                <a:latin typeface="Vijaya" panose="02020604020202020204" pitchFamily="18" charset="0"/>
                <a:cs typeface="Vijaya" panose="02020604020202020204" pitchFamily="18" charset="0"/>
              </a:rPr>
              <a:t>u</a:t>
            </a:r>
            <a:endParaRPr lang="en-US" sz="4800" dirty="0">
              <a:solidFill>
                <a:schemeClr val="accent2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3079EEE-FBDB-4C9D-A19A-85FBB1A2B702}"/>
              </a:ext>
            </a:extLst>
          </p:cNvPr>
          <p:cNvCxnSpPr>
            <a:cxnSpLocks/>
          </p:cNvCxnSpPr>
          <p:nvPr/>
        </p:nvCxnSpPr>
        <p:spPr>
          <a:xfrm flipH="1">
            <a:off x="3437381" y="2566066"/>
            <a:ext cx="1555459" cy="4678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26CC3F6-B5DE-4AFA-A812-3711826B4312}"/>
              </a:ext>
            </a:extLst>
          </p:cNvPr>
          <p:cNvCxnSpPr/>
          <p:nvPr/>
        </p:nvCxnSpPr>
        <p:spPr>
          <a:xfrm>
            <a:off x="6486360" y="2586386"/>
            <a:ext cx="1564640" cy="421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0260D16-70FA-42F6-9922-F0F5932E511F}"/>
              </a:ext>
            </a:extLst>
          </p:cNvPr>
          <p:cNvSpPr txBox="1"/>
          <p:nvPr/>
        </p:nvSpPr>
        <p:spPr>
          <a:xfrm>
            <a:off x="801840" y="3868896"/>
            <a:ext cx="18044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</a:rPr>
              <a:t>One Uppercase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25417F-392B-472D-99C4-5ECE2667CEAE}"/>
              </a:ext>
            </a:extLst>
          </p:cNvPr>
          <p:cNvSpPr txBox="1"/>
          <p:nvPr/>
        </p:nvSpPr>
        <p:spPr>
          <a:xfrm>
            <a:off x="3089985" y="3946582"/>
            <a:ext cx="17149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7030A0"/>
                </a:solidFill>
              </a:rPr>
              <a:t>1-10 Lowercase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8E2029A-9C31-425D-8683-CCC49A684A3F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1704061" y="3374736"/>
            <a:ext cx="1517121" cy="494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75458CA-B366-45B3-AEC2-B15F5F28B729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3180801" y="3342646"/>
            <a:ext cx="766663" cy="603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950BAD7-2EFD-44A8-BE75-6B4F47B81A95}"/>
              </a:ext>
            </a:extLst>
          </p:cNvPr>
          <p:cNvSpPr txBox="1"/>
          <p:nvPr/>
        </p:nvSpPr>
        <p:spPr>
          <a:xfrm>
            <a:off x="7690168" y="3893123"/>
            <a:ext cx="18481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2"/>
                </a:solidFill>
              </a:rPr>
              <a:t>One Uppercase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D74FF1-0B4B-4AE8-98C3-5873A64B9094}"/>
              </a:ext>
            </a:extLst>
          </p:cNvPr>
          <p:cNvSpPr txBox="1"/>
          <p:nvPr/>
        </p:nvSpPr>
        <p:spPr>
          <a:xfrm>
            <a:off x="9538353" y="3893123"/>
            <a:ext cx="170148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2"/>
                </a:solidFill>
              </a:rPr>
              <a:t>1-10 Lowercase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0259B50-D2DF-48D3-A1A5-26792069CCAF}"/>
              </a:ext>
            </a:extLst>
          </p:cNvPr>
          <p:cNvCxnSpPr>
            <a:cxnSpLocks/>
          </p:cNvCxnSpPr>
          <p:nvPr/>
        </p:nvCxnSpPr>
        <p:spPr>
          <a:xfrm flipH="1">
            <a:off x="8307754" y="3412574"/>
            <a:ext cx="94184" cy="534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919AEE7-66F2-400C-95C4-BE9C796E8365}"/>
              </a:ext>
            </a:extLst>
          </p:cNvPr>
          <p:cNvCxnSpPr>
            <a:cxnSpLocks/>
          </p:cNvCxnSpPr>
          <p:nvPr/>
        </p:nvCxnSpPr>
        <p:spPr>
          <a:xfrm>
            <a:off x="8448125" y="3387209"/>
            <a:ext cx="1278471" cy="5593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00" name="Picture 4" descr="Pattern Matching | Curious Minds Busy Bags">
            <a:extLst>
              <a:ext uri="{FF2B5EF4-FFF2-40B4-BE49-F238E27FC236}">
                <a16:creationId xmlns:a16="http://schemas.microsoft.com/office/drawing/2014/main" id="{549ADB4E-41C2-4127-BF87-7E34CBAFE8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3029" y="0"/>
            <a:ext cx="2926746" cy="2926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3BAF2B7-71CA-4CD9-BA17-1A85551A5A76}"/>
              </a:ext>
            </a:extLst>
          </p:cNvPr>
          <p:cNvSpPr txBox="1"/>
          <p:nvPr/>
        </p:nvSpPr>
        <p:spPr>
          <a:xfrm>
            <a:off x="1172409" y="5347263"/>
            <a:ext cx="8931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[A-Z]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870397-439E-4219-8D6A-CFAD6D47D306}"/>
              </a:ext>
            </a:extLst>
          </p:cNvPr>
          <p:cNvSpPr txBox="1"/>
          <p:nvPr/>
        </p:nvSpPr>
        <p:spPr>
          <a:xfrm>
            <a:off x="2964316" y="5839616"/>
            <a:ext cx="8290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030A0"/>
                </a:solidFill>
              </a:rPr>
              <a:t>[a-z]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1CB4911-FF53-4155-8F00-5659E2D2F790}"/>
              </a:ext>
            </a:extLst>
          </p:cNvPr>
          <p:cNvSpPr txBox="1"/>
          <p:nvPr/>
        </p:nvSpPr>
        <p:spPr>
          <a:xfrm>
            <a:off x="5930884" y="2991531"/>
            <a:ext cx="10406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Space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1BE9D4D-33CC-48F0-B29F-7FD58F7F2131}"/>
              </a:ext>
            </a:extLst>
          </p:cNvPr>
          <p:cNvCxnSpPr>
            <a:cxnSpLocks/>
          </p:cNvCxnSpPr>
          <p:nvPr/>
        </p:nvCxnSpPr>
        <p:spPr>
          <a:xfrm>
            <a:off x="6428305" y="2705771"/>
            <a:ext cx="95181" cy="376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0C4906D-3B03-47D0-BB3E-691CD614EA84}"/>
              </a:ext>
            </a:extLst>
          </p:cNvPr>
          <p:cNvSpPr txBox="1"/>
          <p:nvPr/>
        </p:nvSpPr>
        <p:spPr>
          <a:xfrm>
            <a:off x="5709564" y="3868896"/>
            <a:ext cx="17149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1 or more space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E787FDD-D35D-40D7-96B1-FF8A50D487B2}"/>
              </a:ext>
            </a:extLst>
          </p:cNvPr>
          <p:cNvCxnSpPr>
            <a:stCxn id="27" idx="2"/>
          </p:cNvCxnSpPr>
          <p:nvPr/>
        </p:nvCxnSpPr>
        <p:spPr>
          <a:xfrm flipH="1">
            <a:off x="6428305" y="3514751"/>
            <a:ext cx="22914" cy="569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B86ACAAA-858D-4D60-8137-7737F1687BDC}"/>
              </a:ext>
            </a:extLst>
          </p:cNvPr>
          <p:cNvSpPr txBox="1"/>
          <p:nvPr/>
        </p:nvSpPr>
        <p:spPr>
          <a:xfrm>
            <a:off x="5637638" y="5802569"/>
            <a:ext cx="4651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\s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253A568-2FFB-4213-A84C-1C15B244061A}"/>
              </a:ext>
            </a:extLst>
          </p:cNvPr>
          <p:cNvSpPr txBox="1"/>
          <p:nvPr/>
        </p:nvSpPr>
        <p:spPr>
          <a:xfrm>
            <a:off x="5340949" y="5051176"/>
            <a:ext cx="10166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space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17D2CC-3A11-4D56-8B3D-04A7BD84C1F8}"/>
              </a:ext>
            </a:extLst>
          </p:cNvPr>
          <p:cNvSpPr txBox="1"/>
          <p:nvPr/>
        </p:nvSpPr>
        <p:spPr>
          <a:xfrm>
            <a:off x="6463241" y="5051176"/>
            <a:ext cx="16194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1 or more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FB70824-5220-458F-A216-EF15C8019E1E}"/>
              </a:ext>
            </a:extLst>
          </p:cNvPr>
          <p:cNvCxnSpPr>
            <a:stCxn id="37" idx="2"/>
          </p:cNvCxnSpPr>
          <p:nvPr/>
        </p:nvCxnSpPr>
        <p:spPr>
          <a:xfrm flipH="1">
            <a:off x="5930884" y="4823003"/>
            <a:ext cx="636159" cy="317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65C1B91-FF78-40B2-AA79-6BE2C4DC879B}"/>
              </a:ext>
            </a:extLst>
          </p:cNvPr>
          <p:cNvCxnSpPr>
            <a:stCxn id="37" idx="2"/>
            <a:endCxn id="29" idx="0"/>
          </p:cNvCxnSpPr>
          <p:nvPr/>
        </p:nvCxnSpPr>
        <p:spPr>
          <a:xfrm>
            <a:off x="6567043" y="4823003"/>
            <a:ext cx="705907" cy="2281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AD6B774-E3DC-4DB3-AACF-0CA6239CC824}"/>
              </a:ext>
            </a:extLst>
          </p:cNvPr>
          <p:cNvSpPr txBox="1"/>
          <p:nvPr/>
        </p:nvSpPr>
        <p:spPr>
          <a:xfrm>
            <a:off x="6919996" y="574367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+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AE75A12-13B9-4411-8CDF-F3DA47D2C436}"/>
              </a:ext>
            </a:extLst>
          </p:cNvPr>
          <p:cNvCxnSpPr>
            <a:cxnSpLocks/>
          </p:cNvCxnSpPr>
          <p:nvPr/>
        </p:nvCxnSpPr>
        <p:spPr>
          <a:xfrm flipH="1">
            <a:off x="1542789" y="4900689"/>
            <a:ext cx="38636" cy="412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7713349-A205-47B8-983F-374F3A9D4DBB}"/>
              </a:ext>
            </a:extLst>
          </p:cNvPr>
          <p:cNvSpPr txBox="1"/>
          <p:nvPr/>
        </p:nvSpPr>
        <p:spPr>
          <a:xfrm>
            <a:off x="3991780" y="5839616"/>
            <a:ext cx="10470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030A0"/>
                </a:solidFill>
              </a:rPr>
              <a:t>{1,10}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F48C0C1-DA75-412E-BEE5-DF4A6714B52C}"/>
              </a:ext>
            </a:extLst>
          </p:cNvPr>
          <p:cNvCxnSpPr>
            <a:stCxn id="14" idx="2"/>
            <a:endCxn id="26" idx="0"/>
          </p:cNvCxnSpPr>
          <p:nvPr/>
        </p:nvCxnSpPr>
        <p:spPr>
          <a:xfrm flipH="1">
            <a:off x="3378853" y="4900689"/>
            <a:ext cx="568611" cy="9389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020F019-A4BF-4079-A21C-0286161B55ED}"/>
              </a:ext>
            </a:extLst>
          </p:cNvPr>
          <p:cNvCxnSpPr>
            <a:stCxn id="14" idx="2"/>
            <a:endCxn id="45" idx="0"/>
          </p:cNvCxnSpPr>
          <p:nvPr/>
        </p:nvCxnSpPr>
        <p:spPr>
          <a:xfrm>
            <a:off x="3947464" y="4900689"/>
            <a:ext cx="567857" cy="9389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81727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70082-FBF2-43B2-8E6C-C8A35EB13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Match all names in a text file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DE7B4C-A6AD-43F2-B340-A33C59DD7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469" y="1690688"/>
            <a:ext cx="9289585" cy="7392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E912E4-B2E3-45EB-9795-ADA13C4ED0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469" y="3221499"/>
            <a:ext cx="9313209" cy="1457505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EC0C2C4-CBC1-4233-B388-FE23382AC8C2}"/>
              </a:ext>
            </a:extLst>
          </p:cNvPr>
          <p:cNvCxnSpPr>
            <a:cxnSpLocks/>
          </p:cNvCxnSpPr>
          <p:nvPr/>
        </p:nvCxnSpPr>
        <p:spPr>
          <a:xfrm flipV="1">
            <a:off x="3118338" y="4235938"/>
            <a:ext cx="140677" cy="7594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8DF6859B-0C9F-4D21-93A8-754084E1A2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0807" y="4876352"/>
            <a:ext cx="3424389" cy="161652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7E3A02E-0344-44D0-96F8-A6B1E1C5B5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967" y="4961123"/>
            <a:ext cx="3905919" cy="1501128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60A4AE6-CDCB-46B8-827D-9CD754A05C5D}"/>
              </a:ext>
            </a:extLst>
          </p:cNvPr>
          <p:cNvCxnSpPr/>
          <p:nvPr/>
        </p:nvCxnSpPr>
        <p:spPr>
          <a:xfrm flipH="1" flipV="1">
            <a:off x="4610807" y="4615655"/>
            <a:ext cx="492639" cy="2606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76A49C1D-A985-4E7A-B8F5-9F52E328A3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0117" y="4876352"/>
            <a:ext cx="3587244" cy="1658841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12ABB84-5BB9-4237-9F66-6DFD3BE1FCEE}"/>
              </a:ext>
            </a:extLst>
          </p:cNvPr>
          <p:cNvCxnSpPr>
            <a:cxnSpLocks/>
            <a:stCxn id="22" idx="0"/>
          </p:cNvCxnSpPr>
          <p:nvPr/>
        </p:nvCxnSpPr>
        <p:spPr>
          <a:xfrm flipH="1" flipV="1">
            <a:off x="5699760" y="4615655"/>
            <a:ext cx="4403979" cy="2606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00982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D3D5BA1-8D83-47A5-B7C9-711939ED36C6}"/>
              </a:ext>
            </a:extLst>
          </p:cNvPr>
          <p:cNvSpPr txBox="1"/>
          <p:nvPr/>
        </p:nvSpPr>
        <p:spPr>
          <a:xfrm>
            <a:off x="1686750" y="431832"/>
            <a:ext cx="980489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Word Character: 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[a-zA-Z0-9_]</a:t>
            </a:r>
          </a:p>
          <a:p>
            <a:r>
              <a:rPr lang="en-US" sz="3600" dirty="0">
                <a:solidFill>
                  <a:schemeClr val="accent6"/>
                </a:solidFill>
                <a:latin typeface="Consolas" panose="020B0609020204030204" pitchFamily="49" charset="0"/>
              </a:rPr>
              <a:t>Word string: a list of </a:t>
            </a:r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</a:rPr>
              <a:t>word</a:t>
            </a:r>
            <a:r>
              <a:rPr lang="en-US" sz="3600" dirty="0">
                <a:solidFill>
                  <a:schemeClr val="accent6"/>
                </a:solidFill>
                <a:latin typeface="Consolas" panose="020B0609020204030204" pitchFamily="49" charset="0"/>
              </a:rPr>
              <a:t> characters</a:t>
            </a:r>
          </a:p>
          <a:p>
            <a:r>
              <a:rPr lang="en-US" sz="3600" dirty="0">
                <a:solidFill>
                  <a:schemeClr val="accent5"/>
                </a:solidFill>
                <a:latin typeface="Consolas" panose="020B0609020204030204" pitchFamily="49" charset="0"/>
              </a:rPr>
              <a:t>Word Boundary: \b </a:t>
            </a:r>
            <a:endParaRPr lang="en-US" sz="3600" dirty="0">
              <a:solidFill>
                <a:schemeClr val="accent5"/>
              </a:solidFill>
            </a:endParaRPr>
          </a:p>
        </p:txBody>
      </p:sp>
      <p:pic>
        <p:nvPicPr>
          <p:cNvPr id="8194" name="Picture 2" descr="Versus vs letters fight text brush Royalty Free Vector Image">
            <a:extLst>
              <a:ext uri="{FF2B5EF4-FFF2-40B4-BE49-F238E27FC236}">
                <a16:creationId xmlns:a16="http://schemas.microsoft.com/office/drawing/2014/main" id="{95DD9A47-D4C5-4463-A82E-163154171E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20" t="3533" r="12469" b="13148"/>
          <a:stretch/>
        </p:blipFill>
        <p:spPr bwMode="auto">
          <a:xfrm>
            <a:off x="245263" y="142179"/>
            <a:ext cx="1463040" cy="1849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1" name="Table 12">
            <a:extLst>
              <a:ext uri="{FF2B5EF4-FFF2-40B4-BE49-F238E27FC236}">
                <a16:creationId xmlns:a16="http://schemas.microsoft.com/office/drawing/2014/main" id="{0BBE21B1-1C57-4438-9174-B86DE9CE6D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4096426"/>
              </p:ext>
            </p:extLst>
          </p:nvPr>
        </p:nvGraphicFramePr>
        <p:xfrm>
          <a:off x="1357661" y="4272252"/>
          <a:ext cx="958088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063">
                  <a:extLst>
                    <a:ext uri="{9D8B030D-6E8A-4147-A177-3AD203B41FA5}">
                      <a16:colId xmlns:a16="http://schemas.microsoft.com/office/drawing/2014/main" val="28713306"/>
                    </a:ext>
                  </a:extLst>
                </a:gridCol>
                <a:gridCol w="334871">
                  <a:extLst>
                    <a:ext uri="{9D8B030D-6E8A-4147-A177-3AD203B41FA5}">
                      <a16:colId xmlns:a16="http://schemas.microsoft.com/office/drawing/2014/main" val="1948404293"/>
                    </a:ext>
                  </a:extLst>
                </a:gridCol>
                <a:gridCol w="722525">
                  <a:extLst>
                    <a:ext uri="{9D8B030D-6E8A-4147-A177-3AD203B41FA5}">
                      <a16:colId xmlns:a16="http://schemas.microsoft.com/office/drawing/2014/main" val="3231491846"/>
                    </a:ext>
                  </a:extLst>
                </a:gridCol>
                <a:gridCol w="475085">
                  <a:extLst>
                    <a:ext uri="{9D8B030D-6E8A-4147-A177-3AD203B41FA5}">
                      <a16:colId xmlns:a16="http://schemas.microsoft.com/office/drawing/2014/main" val="2676701306"/>
                    </a:ext>
                  </a:extLst>
                </a:gridCol>
                <a:gridCol w="682934">
                  <a:extLst>
                    <a:ext uri="{9D8B030D-6E8A-4147-A177-3AD203B41FA5}">
                      <a16:colId xmlns:a16="http://schemas.microsoft.com/office/drawing/2014/main" val="2230670701"/>
                    </a:ext>
                  </a:extLst>
                </a:gridCol>
                <a:gridCol w="550766">
                  <a:extLst>
                    <a:ext uri="{9D8B030D-6E8A-4147-A177-3AD203B41FA5}">
                      <a16:colId xmlns:a16="http://schemas.microsoft.com/office/drawing/2014/main" val="723902789"/>
                    </a:ext>
                  </a:extLst>
                </a:gridCol>
                <a:gridCol w="1209059">
                  <a:extLst>
                    <a:ext uri="{9D8B030D-6E8A-4147-A177-3AD203B41FA5}">
                      <a16:colId xmlns:a16="http://schemas.microsoft.com/office/drawing/2014/main" val="4291920798"/>
                    </a:ext>
                  </a:extLst>
                </a:gridCol>
                <a:gridCol w="512935">
                  <a:extLst>
                    <a:ext uri="{9D8B030D-6E8A-4147-A177-3AD203B41FA5}">
                      <a16:colId xmlns:a16="http://schemas.microsoft.com/office/drawing/2014/main" val="3814046215"/>
                    </a:ext>
                  </a:extLst>
                </a:gridCol>
                <a:gridCol w="778560">
                  <a:extLst>
                    <a:ext uri="{9D8B030D-6E8A-4147-A177-3AD203B41FA5}">
                      <a16:colId xmlns:a16="http://schemas.microsoft.com/office/drawing/2014/main" val="1490509452"/>
                    </a:ext>
                  </a:extLst>
                </a:gridCol>
                <a:gridCol w="301561">
                  <a:extLst>
                    <a:ext uri="{9D8B030D-6E8A-4147-A177-3AD203B41FA5}">
                      <a16:colId xmlns:a16="http://schemas.microsoft.com/office/drawing/2014/main" val="3350398125"/>
                    </a:ext>
                  </a:extLst>
                </a:gridCol>
                <a:gridCol w="301561">
                  <a:extLst>
                    <a:ext uri="{9D8B030D-6E8A-4147-A177-3AD203B41FA5}">
                      <a16:colId xmlns:a16="http://schemas.microsoft.com/office/drawing/2014/main" val="280092353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2826402512"/>
                    </a:ext>
                  </a:extLst>
                </a:gridCol>
                <a:gridCol w="464913">
                  <a:extLst>
                    <a:ext uri="{9D8B030D-6E8A-4147-A177-3AD203B41FA5}">
                      <a16:colId xmlns:a16="http://schemas.microsoft.com/office/drawing/2014/main" val="1806082281"/>
                    </a:ext>
                  </a:extLst>
                </a:gridCol>
                <a:gridCol w="479967">
                  <a:extLst>
                    <a:ext uri="{9D8B030D-6E8A-4147-A177-3AD203B41FA5}">
                      <a16:colId xmlns:a16="http://schemas.microsoft.com/office/drawing/2014/main" val="2697221986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1648342828"/>
                    </a:ext>
                  </a:extLst>
                </a:gridCol>
                <a:gridCol w="386080">
                  <a:extLst>
                    <a:ext uri="{9D8B030D-6E8A-4147-A177-3AD203B41FA5}">
                      <a16:colId xmlns:a16="http://schemas.microsoft.com/office/drawing/2014/main" val="2992255568"/>
                    </a:ext>
                  </a:extLst>
                </a:gridCol>
                <a:gridCol w="782320">
                  <a:extLst>
                    <a:ext uri="{9D8B030D-6E8A-4147-A177-3AD203B41FA5}">
                      <a16:colId xmlns:a16="http://schemas.microsoft.com/office/drawing/2014/main" val="25817374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Agency FB" panose="020B0503020202020204" pitchFamily="34" charset="0"/>
                        </a:rP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Agency FB" panose="020B0503020202020204" pitchFamily="34" charset="0"/>
                        </a:rPr>
                        <a:t>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Agency FB" panose="020B0503020202020204" pitchFamily="34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Agency FB" panose="020B0503020202020204" pitchFamily="34" charset="0"/>
                        </a:rPr>
                        <a:t>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Agency FB" panose="020B0503020202020204" pitchFamily="34" charset="0"/>
                        </a:rPr>
                        <a:t>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Agency FB" panose="020B0503020202020204" pitchFamily="34" charset="0"/>
                        </a:rPr>
                        <a:t>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Agency FB" panose="020B0503020202020204" pitchFamily="34" charset="0"/>
                        </a:rPr>
                        <a:t>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Agency FB" panose="020B0503020202020204" pitchFamily="34" charset="0"/>
                        </a:rPr>
                        <a:t>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Agency FB" panose="020B0503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!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26518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F688AE5-ED24-46D4-BB7A-B4C160322AF4}"/>
              </a:ext>
            </a:extLst>
          </p:cNvPr>
          <p:cNvCxnSpPr/>
          <p:nvPr/>
        </p:nvCxnSpPr>
        <p:spPr>
          <a:xfrm flipV="1">
            <a:off x="1357661" y="4968211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23EC49-0C82-491A-A3AF-9F47E639F176}"/>
              </a:ext>
            </a:extLst>
          </p:cNvPr>
          <p:cNvSpPr txBox="1"/>
          <p:nvPr/>
        </p:nvSpPr>
        <p:spPr>
          <a:xfrm>
            <a:off x="1123747" y="5679409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grpSp>
        <p:nvGrpSpPr>
          <p:cNvPr id="8205" name="Group 8204">
            <a:extLst>
              <a:ext uri="{FF2B5EF4-FFF2-40B4-BE49-F238E27FC236}">
                <a16:creationId xmlns:a16="http://schemas.microsoft.com/office/drawing/2014/main" id="{ED5AA9C2-0BAC-415E-837B-524CCD9A5E3A}"/>
              </a:ext>
            </a:extLst>
          </p:cNvPr>
          <p:cNvGrpSpPr/>
          <p:nvPr/>
        </p:nvGrpSpPr>
        <p:grpSpPr>
          <a:xfrm>
            <a:off x="10497991" y="4347632"/>
            <a:ext cx="312840" cy="424800"/>
            <a:chOff x="10271680" y="3118840"/>
            <a:chExt cx="31284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203" name="Ink 8202">
                  <a:extLst>
                    <a:ext uri="{FF2B5EF4-FFF2-40B4-BE49-F238E27FC236}">
                      <a16:creationId xmlns:a16="http://schemas.microsoft.com/office/drawing/2014/main" id="{BFE5C574-DD3A-424E-A283-92C436DBD3B2}"/>
                    </a:ext>
                  </a:extLst>
                </p14:cNvPr>
                <p14:cNvContentPartPr/>
                <p14:nvPr/>
              </p14:nvContentPartPr>
              <p14:xfrm>
                <a:off x="10291480" y="3118840"/>
                <a:ext cx="264600" cy="424800"/>
              </p14:xfrm>
            </p:contentPart>
          </mc:Choice>
          <mc:Fallback xmlns="">
            <p:pic>
              <p:nvPicPr>
                <p:cNvPr id="8203" name="Ink 8202">
                  <a:extLst>
                    <a:ext uri="{FF2B5EF4-FFF2-40B4-BE49-F238E27FC236}">
                      <a16:creationId xmlns:a16="http://schemas.microsoft.com/office/drawing/2014/main" id="{BFE5C574-DD3A-424E-A283-92C436DBD3B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73480" y="3101200"/>
                  <a:ext cx="3002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204" name="Ink 8203">
                  <a:extLst>
                    <a:ext uri="{FF2B5EF4-FFF2-40B4-BE49-F238E27FC236}">
                      <a16:creationId xmlns:a16="http://schemas.microsoft.com/office/drawing/2014/main" id="{2053F87B-6314-425F-89C9-03A2BC879756}"/>
                    </a:ext>
                  </a:extLst>
                </p14:cNvPr>
                <p14:cNvContentPartPr/>
                <p14:nvPr/>
              </p14:nvContentPartPr>
              <p14:xfrm>
                <a:off x="10271680" y="3159520"/>
                <a:ext cx="312840" cy="307800"/>
              </p14:xfrm>
            </p:contentPart>
          </mc:Choice>
          <mc:Fallback xmlns="">
            <p:pic>
              <p:nvPicPr>
                <p:cNvPr id="8204" name="Ink 8203">
                  <a:extLst>
                    <a:ext uri="{FF2B5EF4-FFF2-40B4-BE49-F238E27FC236}">
                      <a16:creationId xmlns:a16="http://schemas.microsoft.com/office/drawing/2014/main" id="{2053F87B-6314-425F-89C9-03A2BC87975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53680" y="3141880"/>
                  <a:ext cx="348480" cy="34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B491C938-41F9-4738-BD20-7CAE98D3027E}"/>
              </a:ext>
            </a:extLst>
          </p:cNvPr>
          <p:cNvGrpSpPr/>
          <p:nvPr/>
        </p:nvGrpSpPr>
        <p:grpSpPr>
          <a:xfrm>
            <a:off x="1733631" y="4358331"/>
            <a:ext cx="312840" cy="424800"/>
            <a:chOff x="10271680" y="3118840"/>
            <a:chExt cx="31284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BF1001A-91E4-4CD1-B650-1770006C25A1}"/>
                    </a:ext>
                  </a:extLst>
                </p14:cNvPr>
                <p14:cNvContentPartPr/>
                <p14:nvPr/>
              </p14:nvContentPartPr>
              <p14:xfrm>
                <a:off x="10291480" y="3118840"/>
                <a:ext cx="264600" cy="4248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BF1001A-91E4-4CD1-B650-1770006C25A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73480" y="3101200"/>
                  <a:ext cx="3002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163A55B-8922-4DBD-8173-2B3FE3118880}"/>
                    </a:ext>
                  </a:extLst>
                </p14:cNvPr>
                <p14:cNvContentPartPr/>
                <p14:nvPr/>
              </p14:nvContentPartPr>
              <p14:xfrm>
                <a:off x="10271680" y="3159520"/>
                <a:ext cx="312840" cy="3078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163A55B-8922-4DBD-8173-2B3FE311888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53680" y="3141880"/>
                  <a:ext cx="348480" cy="34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4BE21DC-49A7-4A54-80EA-7F652B2C5AB3}"/>
              </a:ext>
            </a:extLst>
          </p:cNvPr>
          <p:cNvGrpSpPr/>
          <p:nvPr/>
        </p:nvGrpSpPr>
        <p:grpSpPr>
          <a:xfrm>
            <a:off x="2858831" y="4379691"/>
            <a:ext cx="312840" cy="424800"/>
            <a:chOff x="10271680" y="3118840"/>
            <a:chExt cx="31284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D89AE5C-C5A9-4225-BC23-36179F67DDF6}"/>
                    </a:ext>
                  </a:extLst>
                </p14:cNvPr>
                <p14:cNvContentPartPr/>
                <p14:nvPr/>
              </p14:nvContentPartPr>
              <p14:xfrm>
                <a:off x="10291480" y="3118840"/>
                <a:ext cx="264600" cy="4248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D89AE5C-C5A9-4225-BC23-36179F67DDF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73480" y="3101200"/>
                  <a:ext cx="3002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E8B29E6-CF73-4939-9FC7-3488045ECE17}"/>
                    </a:ext>
                  </a:extLst>
                </p14:cNvPr>
                <p14:cNvContentPartPr/>
                <p14:nvPr/>
              </p14:nvContentPartPr>
              <p14:xfrm>
                <a:off x="10271680" y="3159520"/>
                <a:ext cx="312840" cy="3078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E8B29E6-CF73-4939-9FC7-3488045ECE1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53680" y="3141880"/>
                  <a:ext cx="348480" cy="34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CA9CA5C8-EBA4-4987-A9D4-6705D5079774}"/>
              </a:ext>
            </a:extLst>
          </p:cNvPr>
          <p:cNvGrpSpPr/>
          <p:nvPr/>
        </p:nvGrpSpPr>
        <p:grpSpPr>
          <a:xfrm>
            <a:off x="4042301" y="4365452"/>
            <a:ext cx="312840" cy="424800"/>
            <a:chOff x="10271680" y="3118840"/>
            <a:chExt cx="31284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4054015-340B-46CF-BEF8-6690400729EC}"/>
                    </a:ext>
                  </a:extLst>
                </p14:cNvPr>
                <p14:cNvContentPartPr/>
                <p14:nvPr/>
              </p14:nvContentPartPr>
              <p14:xfrm>
                <a:off x="10291480" y="3118840"/>
                <a:ext cx="264600" cy="4248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4054015-340B-46CF-BEF8-6690400729E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73480" y="3101200"/>
                  <a:ext cx="3002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34068C0-8775-4C3C-99D4-652C2FADE63A}"/>
                    </a:ext>
                  </a:extLst>
                </p14:cNvPr>
                <p14:cNvContentPartPr/>
                <p14:nvPr/>
              </p14:nvContentPartPr>
              <p14:xfrm>
                <a:off x="10271680" y="3159520"/>
                <a:ext cx="312840" cy="3078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34068C0-8775-4C3C-99D4-652C2FADE63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53680" y="3141880"/>
                  <a:ext cx="348480" cy="34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A6CF9F6F-1D30-45B3-8F28-7D0D41C19237}"/>
              </a:ext>
            </a:extLst>
          </p:cNvPr>
          <p:cNvGrpSpPr/>
          <p:nvPr/>
        </p:nvGrpSpPr>
        <p:grpSpPr>
          <a:xfrm>
            <a:off x="5736961" y="4365452"/>
            <a:ext cx="312840" cy="424800"/>
            <a:chOff x="10271680" y="3118840"/>
            <a:chExt cx="31284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5012F50-5638-4B89-BC5C-DA0411C90EA8}"/>
                    </a:ext>
                  </a:extLst>
                </p14:cNvPr>
                <p14:cNvContentPartPr/>
                <p14:nvPr/>
              </p14:nvContentPartPr>
              <p14:xfrm>
                <a:off x="10291480" y="3118840"/>
                <a:ext cx="264600" cy="4248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5012F50-5638-4B89-BC5C-DA0411C90EA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73480" y="3101200"/>
                  <a:ext cx="3002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A7E64E7-9520-4036-A60D-E5B09B54A3E7}"/>
                    </a:ext>
                  </a:extLst>
                </p14:cNvPr>
                <p14:cNvContentPartPr/>
                <p14:nvPr/>
              </p14:nvContentPartPr>
              <p14:xfrm>
                <a:off x="10271680" y="3159520"/>
                <a:ext cx="312840" cy="3078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A7E64E7-9520-4036-A60D-E5B09B54A3E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53680" y="3141880"/>
                  <a:ext cx="348480" cy="34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4E6E81EC-473E-422B-86FE-9829AE53CA9D}"/>
              </a:ext>
            </a:extLst>
          </p:cNvPr>
          <p:cNvGrpSpPr/>
          <p:nvPr/>
        </p:nvGrpSpPr>
        <p:grpSpPr>
          <a:xfrm>
            <a:off x="7059581" y="4324772"/>
            <a:ext cx="312840" cy="424800"/>
            <a:chOff x="10271680" y="3118840"/>
            <a:chExt cx="31284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9E721F6-9DB5-472E-9DBD-D1A9757BF353}"/>
                    </a:ext>
                  </a:extLst>
                </p14:cNvPr>
                <p14:cNvContentPartPr/>
                <p14:nvPr/>
              </p14:nvContentPartPr>
              <p14:xfrm>
                <a:off x="10291480" y="3118840"/>
                <a:ext cx="264600" cy="4248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9E721F6-9DB5-472E-9DBD-D1A9757BF35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73480" y="3101200"/>
                  <a:ext cx="3002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1D82D6C-88A5-4E60-BCD9-B1E7C6F6FBE6}"/>
                    </a:ext>
                  </a:extLst>
                </p14:cNvPr>
                <p14:cNvContentPartPr/>
                <p14:nvPr/>
              </p14:nvContentPartPr>
              <p14:xfrm>
                <a:off x="10271680" y="3159520"/>
                <a:ext cx="312840" cy="3078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1D82D6C-88A5-4E60-BCD9-B1E7C6F6FBE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53680" y="3141880"/>
                  <a:ext cx="348480" cy="34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A21F2600-BA86-4C70-8C0E-F627C2ACB2F8}"/>
              </a:ext>
            </a:extLst>
          </p:cNvPr>
          <p:cNvGrpSpPr/>
          <p:nvPr/>
        </p:nvGrpSpPr>
        <p:grpSpPr>
          <a:xfrm>
            <a:off x="8299421" y="4358331"/>
            <a:ext cx="312840" cy="424800"/>
            <a:chOff x="10271680" y="3118840"/>
            <a:chExt cx="31284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7E0FE7F-7A73-4870-9763-503D3D11E415}"/>
                    </a:ext>
                  </a:extLst>
                </p14:cNvPr>
                <p14:cNvContentPartPr/>
                <p14:nvPr/>
              </p14:nvContentPartPr>
              <p14:xfrm>
                <a:off x="10291480" y="3118840"/>
                <a:ext cx="264600" cy="4248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7E0FE7F-7A73-4870-9763-503D3D11E41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73480" y="3101200"/>
                  <a:ext cx="3002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854F544-E8A0-49B0-AF45-3DE31FA48195}"/>
                    </a:ext>
                  </a:extLst>
                </p14:cNvPr>
                <p14:cNvContentPartPr/>
                <p14:nvPr/>
              </p14:nvContentPartPr>
              <p14:xfrm>
                <a:off x="10271680" y="3159520"/>
                <a:ext cx="312840" cy="3078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854F544-E8A0-49B0-AF45-3DE31FA4819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53680" y="3141880"/>
                  <a:ext cx="348480" cy="34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4C6AAAB8-67A0-4677-9EB4-2D768AD3D3D0}"/>
              </a:ext>
            </a:extLst>
          </p:cNvPr>
          <p:cNvGrpSpPr/>
          <p:nvPr/>
        </p:nvGrpSpPr>
        <p:grpSpPr>
          <a:xfrm>
            <a:off x="9333046" y="4358331"/>
            <a:ext cx="312840" cy="424800"/>
            <a:chOff x="10271680" y="3118840"/>
            <a:chExt cx="31284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56B56965-7E20-4367-86F7-8F4E89B2AAF2}"/>
                    </a:ext>
                  </a:extLst>
                </p14:cNvPr>
                <p14:cNvContentPartPr/>
                <p14:nvPr/>
              </p14:nvContentPartPr>
              <p14:xfrm>
                <a:off x="10291480" y="3118840"/>
                <a:ext cx="264600" cy="4248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56B56965-7E20-4367-86F7-8F4E89B2AAF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73480" y="3101200"/>
                  <a:ext cx="3002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80C7A66-A163-4EB1-9A19-3E0070CA2E5F}"/>
                    </a:ext>
                  </a:extLst>
                </p14:cNvPr>
                <p14:cNvContentPartPr/>
                <p14:nvPr/>
              </p14:nvContentPartPr>
              <p14:xfrm>
                <a:off x="10271680" y="3159520"/>
                <a:ext cx="312840" cy="3078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80C7A66-A163-4EB1-9A19-3E0070CA2E5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53680" y="3141880"/>
                  <a:ext cx="348480" cy="34344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0BA41509-5807-4F11-BEFE-E8CE92AF6DE5}"/>
              </a:ext>
            </a:extLst>
          </p:cNvPr>
          <p:cNvCxnSpPr/>
          <p:nvPr/>
        </p:nvCxnSpPr>
        <p:spPr>
          <a:xfrm flipV="1">
            <a:off x="3267741" y="4942812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E9929BD7-9413-4C2D-B86D-96853820C43F}"/>
              </a:ext>
            </a:extLst>
          </p:cNvPr>
          <p:cNvCxnSpPr/>
          <p:nvPr/>
        </p:nvCxnSpPr>
        <p:spPr>
          <a:xfrm flipV="1">
            <a:off x="3907821" y="4927572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279A45BD-1AB3-45DC-A1EB-C22DF0B06E31}"/>
              </a:ext>
            </a:extLst>
          </p:cNvPr>
          <p:cNvCxnSpPr/>
          <p:nvPr/>
        </p:nvCxnSpPr>
        <p:spPr>
          <a:xfrm flipV="1">
            <a:off x="4476781" y="4902172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7624C921-8771-431A-B641-E8E19266363E}"/>
              </a:ext>
            </a:extLst>
          </p:cNvPr>
          <p:cNvCxnSpPr/>
          <p:nvPr/>
        </p:nvCxnSpPr>
        <p:spPr>
          <a:xfrm flipV="1">
            <a:off x="5645181" y="4927572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C8B5F2CB-9999-4642-8D27-01C30F34AA00}"/>
              </a:ext>
            </a:extLst>
          </p:cNvPr>
          <p:cNvCxnSpPr/>
          <p:nvPr/>
        </p:nvCxnSpPr>
        <p:spPr>
          <a:xfrm flipV="1">
            <a:off x="6198901" y="4958052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07C2CF41-5207-4683-AAE2-91E26CDD1EDA}"/>
              </a:ext>
            </a:extLst>
          </p:cNvPr>
          <p:cNvCxnSpPr/>
          <p:nvPr/>
        </p:nvCxnSpPr>
        <p:spPr>
          <a:xfrm flipV="1">
            <a:off x="8299421" y="4927572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78FB410E-34C0-4D50-BB75-E2F5811FC615}"/>
              </a:ext>
            </a:extLst>
          </p:cNvPr>
          <p:cNvCxnSpPr/>
          <p:nvPr/>
        </p:nvCxnSpPr>
        <p:spPr>
          <a:xfrm flipV="1">
            <a:off x="7577894" y="4942812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AFBFAF8B-2554-4F4B-8FAE-227FF35B59D7}"/>
              </a:ext>
            </a:extLst>
          </p:cNvPr>
          <p:cNvCxnSpPr/>
          <p:nvPr/>
        </p:nvCxnSpPr>
        <p:spPr>
          <a:xfrm flipV="1">
            <a:off x="8764301" y="4927572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74323235-4364-4D89-9FC2-A3E2B7955F53}"/>
              </a:ext>
            </a:extLst>
          </p:cNvPr>
          <p:cNvCxnSpPr/>
          <p:nvPr/>
        </p:nvCxnSpPr>
        <p:spPr>
          <a:xfrm flipV="1">
            <a:off x="9737461" y="4927572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02610407-F11D-43AF-877A-AF9A1EF04288}"/>
              </a:ext>
            </a:extLst>
          </p:cNvPr>
          <p:cNvCxnSpPr/>
          <p:nvPr/>
        </p:nvCxnSpPr>
        <p:spPr>
          <a:xfrm flipV="1">
            <a:off x="10126878" y="4952691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F681EAB1-9D99-4188-A7DC-41E1886132DB}"/>
              </a:ext>
            </a:extLst>
          </p:cNvPr>
          <p:cNvCxnSpPr/>
          <p:nvPr/>
        </p:nvCxnSpPr>
        <p:spPr>
          <a:xfrm flipV="1">
            <a:off x="2769901" y="4958052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CFC5867F-B8EB-4329-B10B-C2AADB8D8F79}"/>
              </a:ext>
            </a:extLst>
          </p:cNvPr>
          <p:cNvCxnSpPr/>
          <p:nvPr/>
        </p:nvCxnSpPr>
        <p:spPr>
          <a:xfrm flipV="1">
            <a:off x="2064721" y="4958052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702FA4A0-27A8-4914-8B0F-5D16F5AC5CA1}"/>
              </a:ext>
            </a:extLst>
          </p:cNvPr>
          <p:cNvSpPr txBox="1"/>
          <p:nvPr/>
        </p:nvSpPr>
        <p:spPr>
          <a:xfrm>
            <a:off x="1784117" y="5691353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521434F5-9236-4A79-A4D5-BBDA8059A2AF}"/>
              </a:ext>
            </a:extLst>
          </p:cNvPr>
          <p:cNvSpPr txBox="1"/>
          <p:nvPr/>
        </p:nvSpPr>
        <p:spPr>
          <a:xfrm>
            <a:off x="2523017" y="5679409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B48FB02F-87CE-4BFD-8215-77F3B9721678}"/>
              </a:ext>
            </a:extLst>
          </p:cNvPr>
          <p:cNvSpPr txBox="1"/>
          <p:nvPr/>
        </p:nvSpPr>
        <p:spPr>
          <a:xfrm>
            <a:off x="3028003" y="5671031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82D3728A-F9F1-4F18-ACF7-C77E90A0404E}"/>
              </a:ext>
            </a:extLst>
          </p:cNvPr>
          <p:cNvSpPr txBox="1"/>
          <p:nvPr/>
        </p:nvSpPr>
        <p:spPr>
          <a:xfrm>
            <a:off x="3673907" y="5679409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D5D28C2-5D82-4D71-B00D-035A12692B7F}"/>
              </a:ext>
            </a:extLst>
          </p:cNvPr>
          <p:cNvSpPr txBox="1"/>
          <p:nvPr/>
        </p:nvSpPr>
        <p:spPr>
          <a:xfrm>
            <a:off x="4242867" y="5671031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39ADCBB8-167C-4478-9F92-11D724E2465D}"/>
              </a:ext>
            </a:extLst>
          </p:cNvPr>
          <p:cNvSpPr txBox="1"/>
          <p:nvPr/>
        </p:nvSpPr>
        <p:spPr>
          <a:xfrm>
            <a:off x="5407826" y="5671031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EEC94969-0D37-4353-832D-D11B73DB4F78}"/>
              </a:ext>
            </a:extLst>
          </p:cNvPr>
          <p:cNvSpPr txBox="1"/>
          <p:nvPr/>
        </p:nvSpPr>
        <p:spPr>
          <a:xfrm>
            <a:off x="6021361" y="5679409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D3180BC4-1802-4EE8-9780-20CEEC51C7E5}"/>
              </a:ext>
            </a:extLst>
          </p:cNvPr>
          <p:cNvSpPr txBox="1"/>
          <p:nvPr/>
        </p:nvSpPr>
        <p:spPr>
          <a:xfrm>
            <a:off x="7287043" y="5679409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53EDC932-82FD-44B3-918C-ADEEEF46DC9F}"/>
              </a:ext>
            </a:extLst>
          </p:cNvPr>
          <p:cNvSpPr txBox="1"/>
          <p:nvPr/>
        </p:nvSpPr>
        <p:spPr>
          <a:xfrm>
            <a:off x="8015402" y="5705077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D8C9C37C-5066-48AC-8A45-7E5FC8C31F94}"/>
              </a:ext>
            </a:extLst>
          </p:cNvPr>
          <p:cNvSpPr txBox="1"/>
          <p:nvPr/>
        </p:nvSpPr>
        <p:spPr>
          <a:xfrm>
            <a:off x="8583821" y="5705077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99A726D2-AC61-439E-BE02-63BEBF0216A9}"/>
              </a:ext>
            </a:extLst>
          </p:cNvPr>
          <p:cNvSpPr txBox="1"/>
          <p:nvPr/>
        </p:nvSpPr>
        <p:spPr>
          <a:xfrm>
            <a:off x="9548408" y="5671031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E9F5269F-D9BA-408A-BCE2-19D87CBC90C4}"/>
              </a:ext>
            </a:extLst>
          </p:cNvPr>
          <p:cNvSpPr txBox="1"/>
          <p:nvPr/>
        </p:nvSpPr>
        <p:spPr>
          <a:xfrm>
            <a:off x="9928029" y="5679409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24D98CD0-0067-4149-9E6C-B5AE99C1B214}"/>
              </a:ext>
            </a:extLst>
          </p:cNvPr>
          <p:cNvSpPr txBox="1"/>
          <p:nvPr/>
        </p:nvSpPr>
        <p:spPr>
          <a:xfrm>
            <a:off x="1439664" y="5679409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69C4ED30-9D82-4EF8-9692-5E2ACD10C699}"/>
              </a:ext>
            </a:extLst>
          </p:cNvPr>
          <p:cNvCxnSpPr/>
          <p:nvPr/>
        </p:nvCxnSpPr>
        <p:spPr>
          <a:xfrm flipV="1">
            <a:off x="1682781" y="4968211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420A2159-5354-4EFA-A00F-8B7DADF53A10}"/>
              </a:ext>
            </a:extLst>
          </p:cNvPr>
          <p:cNvCxnSpPr/>
          <p:nvPr/>
        </p:nvCxnSpPr>
        <p:spPr>
          <a:xfrm flipV="1">
            <a:off x="6966021" y="4927572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8E3A297F-5428-418C-A4EA-D58458F652E9}"/>
              </a:ext>
            </a:extLst>
          </p:cNvPr>
          <p:cNvSpPr txBox="1"/>
          <p:nvPr/>
        </p:nvSpPr>
        <p:spPr>
          <a:xfrm>
            <a:off x="6707860" y="5691353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FBD44A9D-41B9-4A6B-BFBB-B9C6B75A7482}"/>
              </a:ext>
            </a:extLst>
          </p:cNvPr>
          <p:cNvCxnSpPr/>
          <p:nvPr/>
        </p:nvCxnSpPr>
        <p:spPr>
          <a:xfrm flipV="1">
            <a:off x="9210992" y="4938365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1BAC7C67-EC39-472C-9B5E-D50168D4D540}"/>
              </a:ext>
            </a:extLst>
          </p:cNvPr>
          <p:cNvSpPr txBox="1"/>
          <p:nvPr/>
        </p:nvSpPr>
        <p:spPr>
          <a:xfrm>
            <a:off x="8949158" y="5681822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9204B9-CDBD-7620-57CA-56BCCCFC2E7D}"/>
              </a:ext>
            </a:extLst>
          </p:cNvPr>
          <p:cNvSpPr txBox="1"/>
          <p:nvPr/>
        </p:nvSpPr>
        <p:spPr>
          <a:xfrm>
            <a:off x="4534829" y="3134952"/>
            <a:ext cx="26768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NOT</a:t>
            </a:r>
            <a:r>
              <a:rPr lang="en-US" dirty="0"/>
              <a:t> a </a:t>
            </a:r>
            <a:r>
              <a:rPr lang="en-US" dirty="0">
                <a:solidFill>
                  <a:srgbClr val="C00000"/>
                </a:solidFill>
              </a:rPr>
              <a:t>Word Character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FF32F30-1C67-607C-AC1B-CF088E3E07AB}"/>
              </a:ext>
            </a:extLst>
          </p:cNvPr>
          <p:cNvCxnSpPr>
            <a:stCxn id="3" idx="2"/>
          </p:cNvCxnSpPr>
          <p:nvPr/>
        </p:nvCxnSpPr>
        <p:spPr>
          <a:xfrm flipH="1">
            <a:off x="2018030" y="3504284"/>
            <a:ext cx="3855225" cy="641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CA7AF6D-0F5F-DF5A-13A6-6AE1A2808A35}"/>
              </a:ext>
            </a:extLst>
          </p:cNvPr>
          <p:cNvCxnSpPr>
            <a:stCxn id="3" idx="2"/>
          </p:cNvCxnSpPr>
          <p:nvPr/>
        </p:nvCxnSpPr>
        <p:spPr>
          <a:xfrm flipH="1">
            <a:off x="3028003" y="3504284"/>
            <a:ext cx="2845252" cy="7596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E638DB4-2458-99AF-2F1F-6A7015E47E50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4242867" y="3504284"/>
            <a:ext cx="1630388" cy="6793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488D7FE-609F-D135-7B5E-A910BB81EA03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5873255" y="3504284"/>
            <a:ext cx="86715" cy="712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F9C4715-221D-6400-AF7D-C7B680E68AF7}"/>
              </a:ext>
            </a:extLst>
          </p:cNvPr>
          <p:cNvCxnSpPr>
            <a:stCxn id="3" idx="2"/>
          </p:cNvCxnSpPr>
          <p:nvPr/>
        </p:nvCxnSpPr>
        <p:spPr>
          <a:xfrm>
            <a:off x="5873255" y="3504284"/>
            <a:ext cx="1302432" cy="691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4D16006-779E-AFE4-55AF-30AB16D3745A}"/>
              </a:ext>
            </a:extLst>
          </p:cNvPr>
          <p:cNvCxnSpPr>
            <a:stCxn id="3" idx="2"/>
          </p:cNvCxnSpPr>
          <p:nvPr/>
        </p:nvCxnSpPr>
        <p:spPr>
          <a:xfrm>
            <a:off x="5873255" y="3504284"/>
            <a:ext cx="2609974" cy="6765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C68446E-A2F7-2E45-6EDE-CB0753B7F633}"/>
              </a:ext>
            </a:extLst>
          </p:cNvPr>
          <p:cNvCxnSpPr>
            <a:stCxn id="3" idx="2"/>
          </p:cNvCxnSpPr>
          <p:nvPr/>
        </p:nvCxnSpPr>
        <p:spPr>
          <a:xfrm>
            <a:off x="5873255" y="3504284"/>
            <a:ext cx="3459791" cy="6946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6DD6459-7648-CC24-4919-DBD2FEF595D8}"/>
              </a:ext>
            </a:extLst>
          </p:cNvPr>
          <p:cNvCxnSpPr>
            <a:stCxn id="3" idx="2"/>
          </p:cNvCxnSpPr>
          <p:nvPr/>
        </p:nvCxnSpPr>
        <p:spPr>
          <a:xfrm>
            <a:off x="5873255" y="3504284"/>
            <a:ext cx="4464986" cy="6948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E8D8ADE-14E1-7701-826A-61CEA7C94EEA}"/>
              </a:ext>
            </a:extLst>
          </p:cNvPr>
          <p:cNvSpPr txBox="1"/>
          <p:nvPr/>
        </p:nvSpPr>
        <p:spPr>
          <a:xfrm>
            <a:off x="6396199" y="1749958"/>
            <a:ext cx="51426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dirty="0"/>
              <a:t>Before the first character in the word string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After the last character in the word string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73BA087-450A-5198-745F-5292BCCE42B5}"/>
              </a:ext>
            </a:extLst>
          </p:cNvPr>
          <p:cNvGrpSpPr/>
          <p:nvPr/>
        </p:nvGrpSpPr>
        <p:grpSpPr>
          <a:xfrm>
            <a:off x="9692744" y="386182"/>
            <a:ext cx="970920" cy="350640"/>
            <a:chOff x="9692744" y="386182"/>
            <a:chExt cx="970920" cy="35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4BC4BDA-661D-5890-E544-765E8CB90E7C}"/>
                    </a:ext>
                  </a:extLst>
                </p14:cNvPr>
                <p14:cNvContentPartPr/>
                <p14:nvPr/>
              </p14:nvContentPartPr>
              <p14:xfrm>
                <a:off x="9692744" y="386182"/>
                <a:ext cx="127440" cy="2365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4BC4BDA-661D-5890-E544-765E8CB90E7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675104" y="368182"/>
                  <a:ext cx="16308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43236F4-73D3-03EC-F6EC-F89B971D353C}"/>
                    </a:ext>
                  </a:extLst>
                </p14:cNvPr>
                <p14:cNvContentPartPr/>
                <p14:nvPr/>
              </p14:nvContentPartPr>
              <p14:xfrm>
                <a:off x="9879584" y="410302"/>
                <a:ext cx="26640" cy="3265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43236F4-73D3-03EC-F6EC-F89B971D353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861944" y="392662"/>
                  <a:ext cx="6228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5A978E9-AF75-92E6-5E1D-DC840EC8171B}"/>
                    </a:ext>
                  </a:extLst>
                </p14:cNvPr>
                <p14:cNvContentPartPr/>
                <p14:nvPr/>
              </p14:nvContentPartPr>
              <p14:xfrm>
                <a:off x="9910904" y="387262"/>
                <a:ext cx="125280" cy="213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5A978E9-AF75-92E6-5E1D-DC840EC8171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892904" y="369622"/>
                  <a:ext cx="16092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5EE2673-6A95-FEE0-6743-7407631A7552}"/>
                    </a:ext>
                  </a:extLst>
                </p14:cNvPr>
                <p14:cNvContentPartPr/>
                <p14:nvPr/>
              </p14:nvContentPartPr>
              <p14:xfrm>
                <a:off x="10088024" y="394102"/>
                <a:ext cx="192960" cy="2059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5EE2673-6A95-FEE0-6743-7407631A755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070384" y="376102"/>
                  <a:ext cx="2286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CB4825A-71FE-F9AF-2BAA-40604036AB83}"/>
                    </a:ext>
                  </a:extLst>
                </p14:cNvPr>
                <p14:cNvContentPartPr/>
                <p14:nvPr/>
              </p14:nvContentPartPr>
              <p14:xfrm>
                <a:off x="10389344" y="387262"/>
                <a:ext cx="88560" cy="187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CB4825A-71FE-F9AF-2BAA-40604036AB8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371704" y="369262"/>
                  <a:ext cx="1242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E9AE5D5-F316-A28E-DBD6-51B1102888BD}"/>
                    </a:ext>
                  </a:extLst>
                </p14:cNvPr>
                <p14:cNvContentPartPr/>
                <p14:nvPr/>
              </p14:nvContentPartPr>
              <p14:xfrm>
                <a:off x="10530464" y="386182"/>
                <a:ext cx="133200" cy="2307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E9AE5D5-F316-A28E-DBD6-51B1102888B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512464" y="368182"/>
                  <a:ext cx="168840" cy="26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1F047CC-1A9A-AB88-0E5F-40FA8B89CA25}"/>
              </a:ext>
            </a:extLst>
          </p:cNvPr>
          <p:cNvGrpSpPr/>
          <p:nvPr/>
        </p:nvGrpSpPr>
        <p:grpSpPr>
          <a:xfrm>
            <a:off x="8856824" y="503182"/>
            <a:ext cx="751680" cy="295200"/>
            <a:chOff x="8856824" y="503182"/>
            <a:chExt cx="751680" cy="29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520A928-F451-5A4E-D78A-AEA78F98B192}"/>
                    </a:ext>
                  </a:extLst>
                </p14:cNvPr>
                <p14:cNvContentPartPr/>
                <p14:nvPr/>
              </p14:nvContentPartPr>
              <p14:xfrm>
                <a:off x="8856824" y="618382"/>
                <a:ext cx="743040" cy="1800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520A928-F451-5A4E-D78A-AEA78F98B19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839184" y="600382"/>
                  <a:ext cx="77868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03B1DE1-C847-B531-09CA-AECC12B1478D}"/>
                    </a:ext>
                  </a:extLst>
                </p14:cNvPr>
                <p14:cNvContentPartPr/>
                <p14:nvPr/>
              </p14:nvContentPartPr>
              <p14:xfrm>
                <a:off x="9553784" y="503182"/>
                <a:ext cx="54720" cy="2250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03B1DE1-C847-B531-09CA-AECC12B1478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535784" y="485542"/>
                  <a:ext cx="90360" cy="26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837C54A-4D5E-6C91-4FC9-74C5DD0124A8}"/>
              </a:ext>
            </a:extLst>
          </p:cNvPr>
          <p:cNvGrpSpPr/>
          <p:nvPr/>
        </p:nvGrpSpPr>
        <p:grpSpPr>
          <a:xfrm>
            <a:off x="9073904" y="190702"/>
            <a:ext cx="450360" cy="257760"/>
            <a:chOff x="9073904" y="190702"/>
            <a:chExt cx="450360" cy="25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8D68BC5-C3EF-F949-A69C-67D9D80BCD07}"/>
                    </a:ext>
                  </a:extLst>
                </p14:cNvPr>
                <p14:cNvContentPartPr/>
                <p14:nvPr/>
              </p14:nvContentPartPr>
              <p14:xfrm>
                <a:off x="9073904" y="216622"/>
                <a:ext cx="24480" cy="2318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8D68BC5-C3EF-F949-A69C-67D9D80BCD0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055904" y="198982"/>
                  <a:ext cx="601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10FC6AF-A894-91EB-1A7C-3ACCA1B99CBF}"/>
                    </a:ext>
                  </a:extLst>
                </p14:cNvPr>
                <p14:cNvContentPartPr/>
                <p14:nvPr/>
              </p14:nvContentPartPr>
              <p14:xfrm>
                <a:off x="9112784" y="190702"/>
                <a:ext cx="237240" cy="2473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10FC6AF-A894-91EB-1A7C-3ACCA1B99CB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094784" y="172702"/>
                  <a:ext cx="27288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8DC5B63-BC43-3D46-F6E0-6BA84F7CE8AA}"/>
                    </a:ext>
                  </a:extLst>
                </p14:cNvPr>
                <p14:cNvContentPartPr/>
                <p14:nvPr/>
              </p14:nvContentPartPr>
              <p14:xfrm>
                <a:off x="9385304" y="263062"/>
                <a:ext cx="138960" cy="148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8DC5B63-BC43-3D46-F6E0-6BA84F7CE8A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367304" y="245422"/>
                  <a:ext cx="174600" cy="183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499855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2">
            <a:extLst>
              <a:ext uri="{FF2B5EF4-FFF2-40B4-BE49-F238E27FC236}">
                <a16:creationId xmlns:a16="http://schemas.microsoft.com/office/drawing/2014/main" id="{0BBE21B1-1C57-4438-9174-B86DE9CE6D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4880176"/>
              </p:ext>
            </p:extLst>
          </p:nvPr>
        </p:nvGraphicFramePr>
        <p:xfrm>
          <a:off x="1085571" y="538568"/>
          <a:ext cx="958088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063">
                  <a:extLst>
                    <a:ext uri="{9D8B030D-6E8A-4147-A177-3AD203B41FA5}">
                      <a16:colId xmlns:a16="http://schemas.microsoft.com/office/drawing/2014/main" val="28713306"/>
                    </a:ext>
                  </a:extLst>
                </a:gridCol>
                <a:gridCol w="334871">
                  <a:extLst>
                    <a:ext uri="{9D8B030D-6E8A-4147-A177-3AD203B41FA5}">
                      <a16:colId xmlns:a16="http://schemas.microsoft.com/office/drawing/2014/main" val="1948404293"/>
                    </a:ext>
                  </a:extLst>
                </a:gridCol>
                <a:gridCol w="722525">
                  <a:extLst>
                    <a:ext uri="{9D8B030D-6E8A-4147-A177-3AD203B41FA5}">
                      <a16:colId xmlns:a16="http://schemas.microsoft.com/office/drawing/2014/main" val="3231491846"/>
                    </a:ext>
                  </a:extLst>
                </a:gridCol>
                <a:gridCol w="475085">
                  <a:extLst>
                    <a:ext uri="{9D8B030D-6E8A-4147-A177-3AD203B41FA5}">
                      <a16:colId xmlns:a16="http://schemas.microsoft.com/office/drawing/2014/main" val="2676701306"/>
                    </a:ext>
                  </a:extLst>
                </a:gridCol>
                <a:gridCol w="682934">
                  <a:extLst>
                    <a:ext uri="{9D8B030D-6E8A-4147-A177-3AD203B41FA5}">
                      <a16:colId xmlns:a16="http://schemas.microsoft.com/office/drawing/2014/main" val="2230670701"/>
                    </a:ext>
                  </a:extLst>
                </a:gridCol>
                <a:gridCol w="550766">
                  <a:extLst>
                    <a:ext uri="{9D8B030D-6E8A-4147-A177-3AD203B41FA5}">
                      <a16:colId xmlns:a16="http://schemas.microsoft.com/office/drawing/2014/main" val="723902789"/>
                    </a:ext>
                  </a:extLst>
                </a:gridCol>
                <a:gridCol w="1209059">
                  <a:extLst>
                    <a:ext uri="{9D8B030D-6E8A-4147-A177-3AD203B41FA5}">
                      <a16:colId xmlns:a16="http://schemas.microsoft.com/office/drawing/2014/main" val="4291920798"/>
                    </a:ext>
                  </a:extLst>
                </a:gridCol>
                <a:gridCol w="512935">
                  <a:extLst>
                    <a:ext uri="{9D8B030D-6E8A-4147-A177-3AD203B41FA5}">
                      <a16:colId xmlns:a16="http://schemas.microsoft.com/office/drawing/2014/main" val="3814046215"/>
                    </a:ext>
                  </a:extLst>
                </a:gridCol>
                <a:gridCol w="778560">
                  <a:extLst>
                    <a:ext uri="{9D8B030D-6E8A-4147-A177-3AD203B41FA5}">
                      <a16:colId xmlns:a16="http://schemas.microsoft.com/office/drawing/2014/main" val="1490509452"/>
                    </a:ext>
                  </a:extLst>
                </a:gridCol>
                <a:gridCol w="301561">
                  <a:extLst>
                    <a:ext uri="{9D8B030D-6E8A-4147-A177-3AD203B41FA5}">
                      <a16:colId xmlns:a16="http://schemas.microsoft.com/office/drawing/2014/main" val="3350398125"/>
                    </a:ext>
                  </a:extLst>
                </a:gridCol>
                <a:gridCol w="301561">
                  <a:extLst>
                    <a:ext uri="{9D8B030D-6E8A-4147-A177-3AD203B41FA5}">
                      <a16:colId xmlns:a16="http://schemas.microsoft.com/office/drawing/2014/main" val="3246492445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2826402512"/>
                    </a:ext>
                  </a:extLst>
                </a:gridCol>
                <a:gridCol w="464913">
                  <a:extLst>
                    <a:ext uri="{9D8B030D-6E8A-4147-A177-3AD203B41FA5}">
                      <a16:colId xmlns:a16="http://schemas.microsoft.com/office/drawing/2014/main" val="1806082281"/>
                    </a:ext>
                  </a:extLst>
                </a:gridCol>
                <a:gridCol w="479967">
                  <a:extLst>
                    <a:ext uri="{9D8B030D-6E8A-4147-A177-3AD203B41FA5}">
                      <a16:colId xmlns:a16="http://schemas.microsoft.com/office/drawing/2014/main" val="2697221986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1648342828"/>
                    </a:ext>
                  </a:extLst>
                </a:gridCol>
                <a:gridCol w="386080">
                  <a:extLst>
                    <a:ext uri="{9D8B030D-6E8A-4147-A177-3AD203B41FA5}">
                      <a16:colId xmlns:a16="http://schemas.microsoft.com/office/drawing/2014/main" val="2992255568"/>
                    </a:ext>
                  </a:extLst>
                </a:gridCol>
                <a:gridCol w="782320">
                  <a:extLst>
                    <a:ext uri="{9D8B030D-6E8A-4147-A177-3AD203B41FA5}">
                      <a16:colId xmlns:a16="http://schemas.microsoft.com/office/drawing/2014/main" val="25817374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Agency FB" panose="020B0503020202020204" pitchFamily="34" charset="0"/>
                        </a:rP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Agency FB" panose="020B0503020202020204" pitchFamily="34" charset="0"/>
                        </a:rPr>
                        <a:t>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Agency FB" panose="020B0503020202020204" pitchFamily="34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Agency FB" panose="020B0503020202020204" pitchFamily="34" charset="0"/>
                        </a:rPr>
                        <a:t>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Agency FB" panose="020B0503020202020204" pitchFamily="34" charset="0"/>
                        </a:rPr>
                        <a:t>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Agency FB" panose="020B0503020202020204" pitchFamily="34" charset="0"/>
                        </a:rPr>
                        <a:t>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Agency FB" panose="020B0503020202020204" pitchFamily="34" charset="0"/>
                        </a:rPr>
                        <a:t>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Agency FB" panose="020B0503020202020204" pitchFamily="34" charset="0"/>
                        </a:rPr>
                        <a:t>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Agency FB" panose="020B0503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!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26518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F688AE5-ED24-46D4-BB7A-B4C160322AF4}"/>
              </a:ext>
            </a:extLst>
          </p:cNvPr>
          <p:cNvCxnSpPr/>
          <p:nvPr/>
        </p:nvCxnSpPr>
        <p:spPr>
          <a:xfrm flipV="1">
            <a:off x="1085571" y="1234527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23EC49-0C82-491A-A3AF-9F47E639F176}"/>
              </a:ext>
            </a:extLst>
          </p:cNvPr>
          <p:cNvSpPr txBox="1"/>
          <p:nvPr/>
        </p:nvSpPr>
        <p:spPr>
          <a:xfrm>
            <a:off x="851657" y="1945725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grpSp>
        <p:nvGrpSpPr>
          <p:cNvPr id="8205" name="Group 8204">
            <a:extLst>
              <a:ext uri="{FF2B5EF4-FFF2-40B4-BE49-F238E27FC236}">
                <a16:creationId xmlns:a16="http://schemas.microsoft.com/office/drawing/2014/main" id="{ED5AA9C2-0BAC-415E-837B-524CCD9A5E3A}"/>
              </a:ext>
            </a:extLst>
          </p:cNvPr>
          <p:cNvGrpSpPr/>
          <p:nvPr/>
        </p:nvGrpSpPr>
        <p:grpSpPr>
          <a:xfrm>
            <a:off x="10225901" y="613948"/>
            <a:ext cx="312840" cy="424800"/>
            <a:chOff x="10271680" y="3118840"/>
            <a:chExt cx="31284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8203" name="Ink 8202">
                  <a:extLst>
                    <a:ext uri="{FF2B5EF4-FFF2-40B4-BE49-F238E27FC236}">
                      <a16:creationId xmlns:a16="http://schemas.microsoft.com/office/drawing/2014/main" id="{BFE5C574-DD3A-424E-A283-92C436DBD3B2}"/>
                    </a:ext>
                  </a:extLst>
                </p14:cNvPr>
                <p14:cNvContentPartPr/>
                <p14:nvPr/>
              </p14:nvContentPartPr>
              <p14:xfrm>
                <a:off x="10291480" y="3118840"/>
                <a:ext cx="264600" cy="424800"/>
              </p14:xfrm>
            </p:contentPart>
          </mc:Choice>
          <mc:Fallback xmlns="">
            <p:pic>
              <p:nvPicPr>
                <p:cNvPr id="8203" name="Ink 8202">
                  <a:extLst>
                    <a:ext uri="{FF2B5EF4-FFF2-40B4-BE49-F238E27FC236}">
                      <a16:creationId xmlns:a16="http://schemas.microsoft.com/office/drawing/2014/main" id="{BFE5C574-DD3A-424E-A283-92C436DBD3B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73480" y="3101200"/>
                  <a:ext cx="3002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204" name="Ink 8203">
                  <a:extLst>
                    <a:ext uri="{FF2B5EF4-FFF2-40B4-BE49-F238E27FC236}">
                      <a16:creationId xmlns:a16="http://schemas.microsoft.com/office/drawing/2014/main" id="{2053F87B-6314-425F-89C9-03A2BC879756}"/>
                    </a:ext>
                  </a:extLst>
                </p14:cNvPr>
                <p14:cNvContentPartPr/>
                <p14:nvPr/>
              </p14:nvContentPartPr>
              <p14:xfrm>
                <a:off x="10271680" y="3159520"/>
                <a:ext cx="312840" cy="307800"/>
              </p14:xfrm>
            </p:contentPart>
          </mc:Choice>
          <mc:Fallback xmlns="">
            <p:pic>
              <p:nvPicPr>
                <p:cNvPr id="8204" name="Ink 8203">
                  <a:extLst>
                    <a:ext uri="{FF2B5EF4-FFF2-40B4-BE49-F238E27FC236}">
                      <a16:creationId xmlns:a16="http://schemas.microsoft.com/office/drawing/2014/main" id="{2053F87B-6314-425F-89C9-03A2BC87975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53680" y="3141880"/>
                  <a:ext cx="348480" cy="34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B491C938-41F9-4738-BD20-7CAE98D3027E}"/>
              </a:ext>
            </a:extLst>
          </p:cNvPr>
          <p:cNvGrpSpPr/>
          <p:nvPr/>
        </p:nvGrpSpPr>
        <p:grpSpPr>
          <a:xfrm>
            <a:off x="1461541" y="624647"/>
            <a:ext cx="312840" cy="424800"/>
            <a:chOff x="10271680" y="3118840"/>
            <a:chExt cx="31284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BF1001A-91E4-4CD1-B650-1770006C25A1}"/>
                    </a:ext>
                  </a:extLst>
                </p14:cNvPr>
                <p14:cNvContentPartPr/>
                <p14:nvPr/>
              </p14:nvContentPartPr>
              <p14:xfrm>
                <a:off x="10291480" y="3118840"/>
                <a:ext cx="264600" cy="4248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BF1001A-91E4-4CD1-B650-1770006C25A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73480" y="3101200"/>
                  <a:ext cx="3002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163A55B-8922-4DBD-8173-2B3FE3118880}"/>
                    </a:ext>
                  </a:extLst>
                </p14:cNvPr>
                <p14:cNvContentPartPr/>
                <p14:nvPr/>
              </p14:nvContentPartPr>
              <p14:xfrm>
                <a:off x="10271680" y="3159520"/>
                <a:ext cx="312840" cy="3078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163A55B-8922-4DBD-8173-2B3FE311888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53680" y="3141880"/>
                  <a:ext cx="348480" cy="34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4BE21DC-49A7-4A54-80EA-7F652B2C5AB3}"/>
              </a:ext>
            </a:extLst>
          </p:cNvPr>
          <p:cNvGrpSpPr/>
          <p:nvPr/>
        </p:nvGrpSpPr>
        <p:grpSpPr>
          <a:xfrm>
            <a:off x="2586741" y="646007"/>
            <a:ext cx="312840" cy="424800"/>
            <a:chOff x="10271680" y="3118840"/>
            <a:chExt cx="31284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D89AE5C-C5A9-4225-BC23-36179F67DDF6}"/>
                    </a:ext>
                  </a:extLst>
                </p14:cNvPr>
                <p14:cNvContentPartPr/>
                <p14:nvPr/>
              </p14:nvContentPartPr>
              <p14:xfrm>
                <a:off x="10291480" y="3118840"/>
                <a:ext cx="264600" cy="4248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D89AE5C-C5A9-4225-BC23-36179F67DDF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73480" y="3101200"/>
                  <a:ext cx="3002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E8B29E6-CF73-4939-9FC7-3488045ECE17}"/>
                    </a:ext>
                  </a:extLst>
                </p14:cNvPr>
                <p14:cNvContentPartPr/>
                <p14:nvPr/>
              </p14:nvContentPartPr>
              <p14:xfrm>
                <a:off x="10271680" y="3159520"/>
                <a:ext cx="312840" cy="3078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E8B29E6-CF73-4939-9FC7-3488045ECE1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53680" y="3141880"/>
                  <a:ext cx="348480" cy="34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CA9CA5C8-EBA4-4987-A9D4-6705D5079774}"/>
              </a:ext>
            </a:extLst>
          </p:cNvPr>
          <p:cNvGrpSpPr/>
          <p:nvPr/>
        </p:nvGrpSpPr>
        <p:grpSpPr>
          <a:xfrm>
            <a:off x="3770211" y="631768"/>
            <a:ext cx="312840" cy="424800"/>
            <a:chOff x="10271680" y="3118840"/>
            <a:chExt cx="31284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4054015-340B-46CF-BEF8-6690400729EC}"/>
                    </a:ext>
                  </a:extLst>
                </p14:cNvPr>
                <p14:cNvContentPartPr/>
                <p14:nvPr/>
              </p14:nvContentPartPr>
              <p14:xfrm>
                <a:off x="10291480" y="3118840"/>
                <a:ext cx="264600" cy="4248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4054015-340B-46CF-BEF8-6690400729E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73480" y="3101200"/>
                  <a:ext cx="3002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34068C0-8775-4C3C-99D4-652C2FADE63A}"/>
                    </a:ext>
                  </a:extLst>
                </p14:cNvPr>
                <p14:cNvContentPartPr/>
                <p14:nvPr/>
              </p14:nvContentPartPr>
              <p14:xfrm>
                <a:off x="10271680" y="3159520"/>
                <a:ext cx="312840" cy="3078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34068C0-8775-4C3C-99D4-652C2FADE63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53680" y="3141880"/>
                  <a:ext cx="348480" cy="34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A6CF9F6F-1D30-45B3-8F28-7D0D41C19237}"/>
              </a:ext>
            </a:extLst>
          </p:cNvPr>
          <p:cNvGrpSpPr/>
          <p:nvPr/>
        </p:nvGrpSpPr>
        <p:grpSpPr>
          <a:xfrm>
            <a:off x="5464871" y="631768"/>
            <a:ext cx="312840" cy="424800"/>
            <a:chOff x="10271680" y="3118840"/>
            <a:chExt cx="31284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5012F50-5638-4B89-BC5C-DA0411C90EA8}"/>
                    </a:ext>
                  </a:extLst>
                </p14:cNvPr>
                <p14:cNvContentPartPr/>
                <p14:nvPr/>
              </p14:nvContentPartPr>
              <p14:xfrm>
                <a:off x="10291480" y="3118840"/>
                <a:ext cx="264600" cy="4248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5012F50-5638-4B89-BC5C-DA0411C90EA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73480" y="3101200"/>
                  <a:ext cx="3002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A7E64E7-9520-4036-A60D-E5B09B54A3E7}"/>
                    </a:ext>
                  </a:extLst>
                </p14:cNvPr>
                <p14:cNvContentPartPr/>
                <p14:nvPr/>
              </p14:nvContentPartPr>
              <p14:xfrm>
                <a:off x="10271680" y="3159520"/>
                <a:ext cx="312840" cy="3078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A7E64E7-9520-4036-A60D-E5B09B54A3E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53680" y="3141880"/>
                  <a:ext cx="348480" cy="34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4E6E81EC-473E-422B-86FE-9829AE53CA9D}"/>
              </a:ext>
            </a:extLst>
          </p:cNvPr>
          <p:cNvGrpSpPr/>
          <p:nvPr/>
        </p:nvGrpSpPr>
        <p:grpSpPr>
          <a:xfrm>
            <a:off x="6787491" y="591088"/>
            <a:ext cx="312840" cy="424800"/>
            <a:chOff x="10271680" y="3118840"/>
            <a:chExt cx="31284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9E721F6-9DB5-472E-9DBD-D1A9757BF353}"/>
                    </a:ext>
                  </a:extLst>
                </p14:cNvPr>
                <p14:cNvContentPartPr/>
                <p14:nvPr/>
              </p14:nvContentPartPr>
              <p14:xfrm>
                <a:off x="10291480" y="3118840"/>
                <a:ext cx="264600" cy="4248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9E721F6-9DB5-472E-9DBD-D1A9757BF35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73480" y="3101200"/>
                  <a:ext cx="3002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1D82D6C-88A5-4E60-BCD9-B1E7C6F6FBE6}"/>
                    </a:ext>
                  </a:extLst>
                </p14:cNvPr>
                <p14:cNvContentPartPr/>
                <p14:nvPr/>
              </p14:nvContentPartPr>
              <p14:xfrm>
                <a:off x="10271680" y="3159520"/>
                <a:ext cx="312840" cy="3078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1D82D6C-88A5-4E60-BCD9-B1E7C6F6FBE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53680" y="3141880"/>
                  <a:ext cx="348480" cy="34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A21F2600-BA86-4C70-8C0E-F627C2ACB2F8}"/>
              </a:ext>
            </a:extLst>
          </p:cNvPr>
          <p:cNvGrpSpPr/>
          <p:nvPr/>
        </p:nvGrpSpPr>
        <p:grpSpPr>
          <a:xfrm>
            <a:off x="8027331" y="624647"/>
            <a:ext cx="312840" cy="424800"/>
            <a:chOff x="10271680" y="3118840"/>
            <a:chExt cx="31284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7E0FE7F-7A73-4870-9763-503D3D11E415}"/>
                    </a:ext>
                  </a:extLst>
                </p14:cNvPr>
                <p14:cNvContentPartPr/>
                <p14:nvPr/>
              </p14:nvContentPartPr>
              <p14:xfrm>
                <a:off x="10291480" y="3118840"/>
                <a:ext cx="264600" cy="4248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7E0FE7F-7A73-4870-9763-503D3D11E41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73480" y="3101200"/>
                  <a:ext cx="3002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854F544-E8A0-49B0-AF45-3DE31FA48195}"/>
                    </a:ext>
                  </a:extLst>
                </p14:cNvPr>
                <p14:cNvContentPartPr/>
                <p14:nvPr/>
              </p14:nvContentPartPr>
              <p14:xfrm>
                <a:off x="10271680" y="3159520"/>
                <a:ext cx="312840" cy="3078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854F544-E8A0-49B0-AF45-3DE31FA4819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53680" y="3141880"/>
                  <a:ext cx="348480" cy="34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4C6AAAB8-67A0-4677-9EB4-2D768AD3D3D0}"/>
              </a:ext>
            </a:extLst>
          </p:cNvPr>
          <p:cNvGrpSpPr/>
          <p:nvPr/>
        </p:nvGrpSpPr>
        <p:grpSpPr>
          <a:xfrm>
            <a:off x="9060956" y="624647"/>
            <a:ext cx="312840" cy="424800"/>
            <a:chOff x="10271680" y="3118840"/>
            <a:chExt cx="31284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56B56965-7E20-4367-86F7-8F4E89B2AAF2}"/>
                    </a:ext>
                  </a:extLst>
                </p14:cNvPr>
                <p14:cNvContentPartPr/>
                <p14:nvPr/>
              </p14:nvContentPartPr>
              <p14:xfrm>
                <a:off x="10291480" y="3118840"/>
                <a:ext cx="264600" cy="4248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56B56965-7E20-4367-86F7-8F4E89B2AAF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73480" y="3101200"/>
                  <a:ext cx="3002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80C7A66-A163-4EB1-9A19-3E0070CA2E5F}"/>
                    </a:ext>
                  </a:extLst>
                </p14:cNvPr>
                <p14:cNvContentPartPr/>
                <p14:nvPr/>
              </p14:nvContentPartPr>
              <p14:xfrm>
                <a:off x="10271680" y="3159520"/>
                <a:ext cx="312840" cy="3078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80C7A66-A163-4EB1-9A19-3E0070CA2E5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53680" y="3141880"/>
                  <a:ext cx="348480" cy="34344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0BA41509-5807-4F11-BEFE-E8CE92AF6DE5}"/>
              </a:ext>
            </a:extLst>
          </p:cNvPr>
          <p:cNvCxnSpPr/>
          <p:nvPr/>
        </p:nvCxnSpPr>
        <p:spPr>
          <a:xfrm flipV="1">
            <a:off x="2995651" y="1209128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E9929BD7-9413-4C2D-B86D-96853820C43F}"/>
              </a:ext>
            </a:extLst>
          </p:cNvPr>
          <p:cNvCxnSpPr/>
          <p:nvPr/>
        </p:nvCxnSpPr>
        <p:spPr>
          <a:xfrm flipV="1">
            <a:off x="3635731" y="1193888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279A45BD-1AB3-45DC-A1EB-C22DF0B06E31}"/>
              </a:ext>
            </a:extLst>
          </p:cNvPr>
          <p:cNvCxnSpPr/>
          <p:nvPr/>
        </p:nvCxnSpPr>
        <p:spPr>
          <a:xfrm flipV="1">
            <a:off x="4204691" y="1168488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7624C921-8771-431A-B641-E8E19266363E}"/>
              </a:ext>
            </a:extLst>
          </p:cNvPr>
          <p:cNvCxnSpPr/>
          <p:nvPr/>
        </p:nvCxnSpPr>
        <p:spPr>
          <a:xfrm flipV="1">
            <a:off x="5373091" y="1193888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C8B5F2CB-9999-4642-8D27-01C30F34AA00}"/>
              </a:ext>
            </a:extLst>
          </p:cNvPr>
          <p:cNvCxnSpPr/>
          <p:nvPr/>
        </p:nvCxnSpPr>
        <p:spPr>
          <a:xfrm flipV="1">
            <a:off x="5926811" y="1224368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07C2CF41-5207-4683-AAE2-91E26CDD1EDA}"/>
              </a:ext>
            </a:extLst>
          </p:cNvPr>
          <p:cNvCxnSpPr/>
          <p:nvPr/>
        </p:nvCxnSpPr>
        <p:spPr>
          <a:xfrm flipV="1">
            <a:off x="8027331" y="1193888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78FB410E-34C0-4D50-BB75-E2F5811FC615}"/>
              </a:ext>
            </a:extLst>
          </p:cNvPr>
          <p:cNvCxnSpPr/>
          <p:nvPr/>
        </p:nvCxnSpPr>
        <p:spPr>
          <a:xfrm flipV="1">
            <a:off x="7305804" y="1209128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AFBFAF8B-2554-4F4B-8FAE-227FF35B59D7}"/>
              </a:ext>
            </a:extLst>
          </p:cNvPr>
          <p:cNvCxnSpPr/>
          <p:nvPr/>
        </p:nvCxnSpPr>
        <p:spPr>
          <a:xfrm flipV="1">
            <a:off x="8492211" y="1193888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74323235-4364-4D89-9FC2-A3E2B7955F53}"/>
              </a:ext>
            </a:extLst>
          </p:cNvPr>
          <p:cNvCxnSpPr/>
          <p:nvPr/>
        </p:nvCxnSpPr>
        <p:spPr>
          <a:xfrm flipV="1">
            <a:off x="9465371" y="1193888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02610407-F11D-43AF-877A-AF9A1EF04288}"/>
              </a:ext>
            </a:extLst>
          </p:cNvPr>
          <p:cNvCxnSpPr/>
          <p:nvPr/>
        </p:nvCxnSpPr>
        <p:spPr>
          <a:xfrm flipV="1">
            <a:off x="9854788" y="1219007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F681EAB1-9D99-4188-A7DC-41E1886132DB}"/>
              </a:ext>
            </a:extLst>
          </p:cNvPr>
          <p:cNvCxnSpPr/>
          <p:nvPr/>
        </p:nvCxnSpPr>
        <p:spPr>
          <a:xfrm flipV="1">
            <a:off x="2497811" y="1224368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CFC5867F-B8EB-4329-B10B-C2AADB8D8F79}"/>
              </a:ext>
            </a:extLst>
          </p:cNvPr>
          <p:cNvCxnSpPr/>
          <p:nvPr/>
        </p:nvCxnSpPr>
        <p:spPr>
          <a:xfrm flipV="1">
            <a:off x="1792631" y="1224368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702FA4A0-27A8-4914-8B0F-5D16F5AC5CA1}"/>
              </a:ext>
            </a:extLst>
          </p:cNvPr>
          <p:cNvSpPr txBox="1"/>
          <p:nvPr/>
        </p:nvSpPr>
        <p:spPr>
          <a:xfrm>
            <a:off x="1512027" y="1957669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521434F5-9236-4A79-A4D5-BBDA8059A2AF}"/>
              </a:ext>
            </a:extLst>
          </p:cNvPr>
          <p:cNvSpPr txBox="1"/>
          <p:nvPr/>
        </p:nvSpPr>
        <p:spPr>
          <a:xfrm>
            <a:off x="2250927" y="1945725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B48FB02F-87CE-4BFD-8215-77F3B9721678}"/>
              </a:ext>
            </a:extLst>
          </p:cNvPr>
          <p:cNvSpPr txBox="1"/>
          <p:nvPr/>
        </p:nvSpPr>
        <p:spPr>
          <a:xfrm>
            <a:off x="2755913" y="1937347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82D3728A-F9F1-4F18-ACF7-C77E90A0404E}"/>
              </a:ext>
            </a:extLst>
          </p:cNvPr>
          <p:cNvSpPr txBox="1"/>
          <p:nvPr/>
        </p:nvSpPr>
        <p:spPr>
          <a:xfrm>
            <a:off x="3401817" y="1945725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D5D28C2-5D82-4D71-B00D-035A12692B7F}"/>
              </a:ext>
            </a:extLst>
          </p:cNvPr>
          <p:cNvSpPr txBox="1"/>
          <p:nvPr/>
        </p:nvSpPr>
        <p:spPr>
          <a:xfrm>
            <a:off x="3970777" y="1937347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39ADCBB8-167C-4478-9F92-11D724E2465D}"/>
              </a:ext>
            </a:extLst>
          </p:cNvPr>
          <p:cNvSpPr txBox="1"/>
          <p:nvPr/>
        </p:nvSpPr>
        <p:spPr>
          <a:xfrm>
            <a:off x="5135736" y="1937347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EEC94969-0D37-4353-832D-D11B73DB4F78}"/>
              </a:ext>
            </a:extLst>
          </p:cNvPr>
          <p:cNvSpPr txBox="1"/>
          <p:nvPr/>
        </p:nvSpPr>
        <p:spPr>
          <a:xfrm>
            <a:off x="5749271" y="1945725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D3180BC4-1802-4EE8-9780-20CEEC51C7E5}"/>
              </a:ext>
            </a:extLst>
          </p:cNvPr>
          <p:cNvSpPr txBox="1"/>
          <p:nvPr/>
        </p:nvSpPr>
        <p:spPr>
          <a:xfrm>
            <a:off x="7014953" y="1945725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53EDC932-82FD-44B3-918C-ADEEEF46DC9F}"/>
              </a:ext>
            </a:extLst>
          </p:cNvPr>
          <p:cNvSpPr txBox="1"/>
          <p:nvPr/>
        </p:nvSpPr>
        <p:spPr>
          <a:xfrm>
            <a:off x="7743312" y="1971393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D8C9C37C-5066-48AC-8A45-7E5FC8C31F94}"/>
              </a:ext>
            </a:extLst>
          </p:cNvPr>
          <p:cNvSpPr txBox="1"/>
          <p:nvPr/>
        </p:nvSpPr>
        <p:spPr>
          <a:xfrm>
            <a:off x="8311731" y="1971393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99A726D2-AC61-439E-BE02-63BEBF0216A9}"/>
              </a:ext>
            </a:extLst>
          </p:cNvPr>
          <p:cNvSpPr txBox="1"/>
          <p:nvPr/>
        </p:nvSpPr>
        <p:spPr>
          <a:xfrm>
            <a:off x="9276318" y="1937347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E9F5269F-D9BA-408A-BCE2-19D87CBC90C4}"/>
              </a:ext>
            </a:extLst>
          </p:cNvPr>
          <p:cNvSpPr txBox="1"/>
          <p:nvPr/>
        </p:nvSpPr>
        <p:spPr>
          <a:xfrm>
            <a:off x="9655939" y="1945725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24D98CD0-0067-4149-9E6C-B5AE99C1B214}"/>
              </a:ext>
            </a:extLst>
          </p:cNvPr>
          <p:cNvSpPr txBox="1"/>
          <p:nvPr/>
        </p:nvSpPr>
        <p:spPr>
          <a:xfrm>
            <a:off x="1167574" y="1945725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69C4ED30-9D82-4EF8-9692-5E2ACD10C699}"/>
              </a:ext>
            </a:extLst>
          </p:cNvPr>
          <p:cNvCxnSpPr/>
          <p:nvPr/>
        </p:nvCxnSpPr>
        <p:spPr>
          <a:xfrm flipV="1">
            <a:off x="1410691" y="1234527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8207" name="Picture 8206">
            <a:extLst>
              <a:ext uri="{FF2B5EF4-FFF2-40B4-BE49-F238E27FC236}">
                <a16:creationId xmlns:a16="http://schemas.microsoft.com/office/drawing/2014/main" id="{38C791E0-2F7C-43F5-B682-C7D3EC5036F5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97875" y="2953222"/>
            <a:ext cx="8746270" cy="920151"/>
          </a:xfrm>
          <a:prstGeom prst="rect">
            <a:avLst/>
          </a:prstGeom>
        </p:spPr>
      </p:pic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420A2159-5354-4EFA-A00F-8B7DADF53A10}"/>
              </a:ext>
            </a:extLst>
          </p:cNvPr>
          <p:cNvCxnSpPr/>
          <p:nvPr/>
        </p:nvCxnSpPr>
        <p:spPr>
          <a:xfrm flipV="1">
            <a:off x="6693931" y="1193888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8E3A297F-5428-418C-A4EA-D58458F652E9}"/>
              </a:ext>
            </a:extLst>
          </p:cNvPr>
          <p:cNvSpPr txBox="1"/>
          <p:nvPr/>
        </p:nvSpPr>
        <p:spPr>
          <a:xfrm>
            <a:off x="6435770" y="1957669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8212" name="Ink 8211">
                <a:extLst>
                  <a:ext uri="{FF2B5EF4-FFF2-40B4-BE49-F238E27FC236}">
                    <a16:creationId xmlns:a16="http://schemas.microsoft.com/office/drawing/2014/main" id="{9337191B-2E57-456D-B39F-ECEAD04213AA}"/>
                  </a:ext>
                </a:extLst>
              </p14:cNvPr>
              <p14:cNvContentPartPr/>
              <p14:nvPr/>
            </p14:nvContentPartPr>
            <p14:xfrm>
              <a:off x="1786011" y="1722047"/>
              <a:ext cx="639360" cy="20880"/>
            </p14:xfrm>
          </p:contentPart>
        </mc:Choice>
        <mc:Fallback xmlns="">
          <p:pic>
            <p:nvPicPr>
              <p:cNvPr id="8212" name="Ink 8211">
                <a:extLst>
                  <a:ext uri="{FF2B5EF4-FFF2-40B4-BE49-F238E27FC236}">
                    <a16:creationId xmlns:a16="http://schemas.microsoft.com/office/drawing/2014/main" id="{9337191B-2E57-456D-B39F-ECEAD04213AA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768011" y="1704047"/>
                <a:ext cx="67500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8213" name="Ink 8212">
                <a:extLst>
                  <a:ext uri="{FF2B5EF4-FFF2-40B4-BE49-F238E27FC236}">
                    <a16:creationId xmlns:a16="http://schemas.microsoft.com/office/drawing/2014/main" id="{BA371FEE-8B28-42F7-83E1-3B4D2C0D977F}"/>
                  </a:ext>
                </a:extLst>
              </p14:cNvPr>
              <p14:cNvContentPartPr/>
              <p14:nvPr/>
            </p14:nvContentPartPr>
            <p14:xfrm>
              <a:off x="2347611" y="1646087"/>
              <a:ext cx="93600" cy="149760"/>
            </p14:xfrm>
          </p:contentPart>
        </mc:Choice>
        <mc:Fallback xmlns="">
          <p:pic>
            <p:nvPicPr>
              <p:cNvPr id="8213" name="Ink 8212">
                <a:extLst>
                  <a:ext uri="{FF2B5EF4-FFF2-40B4-BE49-F238E27FC236}">
                    <a16:creationId xmlns:a16="http://schemas.microsoft.com/office/drawing/2014/main" id="{BA371FEE-8B28-42F7-83E1-3B4D2C0D977F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329680" y="1628087"/>
                <a:ext cx="129103" cy="185400"/>
              </a:xfrm>
              <a:prstGeom prst="rect">
                <a:avLst/>
              </a:prstGeom>
            </p:spPr>
          </p:pic>
        </mc:Fallback>
      </mc:AlternateContent>
      <p:grpSp>
        <p:nvGrpSpPr>
          <p:cNvPr id="8216" name="Group 8215">
            <a:extLst>
              <a:ext uri="{FF2B5EF4-FFF2-40B4-BE49-F238E27FC236}">
                <a16:creationId xmlns:a16="http://schemas.microsoft.com/office/drawing/2014/main" id="{289AF236-F5FD-4E88-9C05-B2DA3CAA3AC4}"/>
              </a:ext>
            </a:extLst>
          </p:cNvPr>
          <p:cNvGrpSpPr/>
          <p:nvPr/>
        </p:nvGrpSpPr>
        <p:grpSpPr>
          <a:xfrm>
            <a:off x="1055571" y="1417487"/>
            <a:ext cx="802080" cy="325440"/>
            <a:chOff x="1148560" y="3393520"/>
            <a:chExt cx="802080" cy="32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8208" name="Ink 8207">
                  <a:extLst>
                    <a:ext uri="{FF2B5EF4-FFF2-40B4-BE49-F238E27FC236}">
                      <a16:creationId xmlns:a16="http://schemas.microsoft.com/office/drawing/2014/main" id="{0334DEEF-D65E-433E-8B95-3A65C939AE4B}"/>
                    </a:ext>
                  </a:extLst>
                </p14:cNvPr>
                <p14:cNvContentPartPr/>
                <p14:nvPr/>
              </p14:nvContentPartPr>
              <p14:xfrm>
                <a:off x="1168000" y="3504040"/>
                <a:ext cx="669960" cy="33840"/>
              </p14:xfrm>
            </p:contentPart>
          </mc:Choice>
          <mc:Fallback xmlns="">
            <p:pic>
              <p:nvPicPr>
                <p:cNvPr id="8208" name="Ink 8207">
                  <a:extLst>
                    <a:ext uri="{FF2B5EF4-FFF2-40B4-BE49-F238E27FC236}">
                      <a16:creationId xmlns:a16="http://schemas.microsoft.com/office/drawing/2014/main" id="{0334DEEF-D65E-433E-8B95-3A65C939AE4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150000" y="3486400"/>
                  <a:ext cx="7056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8209" name="Ink 8208">
                  <a:extLst>
                    <a:ext uri="{FF2B5EF4-FFF2-40B4-BE49-F238E27FC236}">
                      <a16:creationId xmlns:a16="http://schemas.microsoft.com/office/drawing/2014/main" id="{B34F1FA5-8632-4183-8C4B-4CED04C956A6}"/>
                    </a:ext>
                  </a:extLst>
                </p14:cNvPr>
                <p14:cNvContentPartPr/>
                <p14:nvPr/>
              </p14:nvContentPartPr>
              <p14:xfrm>
                <a:off x="1754440" y="3403600"/>
                <a:ext cx="82080" cy="221400"/>
              </p14:xfrm>
            </p:contentPart>
          </mc:Choice>
          <mc:Fallback xmlns="">
            <p:pic>
              <p:nvPicPr>
                <p:cNvPr id="8209" name="Ink 8208">
                  <a:extLst>
                    <a:ext uri="{FF2B5EF4-FFF2-40B4-BE49-F238E27FC236}">
                      <a16:creationId xmlns:a16="http://schemas.microsoft.com/office/drawing/2014/main" id="{B34F1FA5-8632-4183-8C4B-4CED04C956A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736800" y="3385600"/>
                  <a:ext cx="11772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8211" name="Ink 8210">
                  <a:extLst>
                    <a:ext uri="{FF2B5EF4-FFF2-40B4-BE49-F238E27FC236}">
                      <a16:creationId xmlns:a16="http://schemas.microsoft.com/office/drawing/2014/main" id="{69C41AEE-EABA-4CB1-97ED-5DC3F3102DBD}"/>
                    </a:ext>
                  </a:extLst>
                </p14:cNvPr>
                <p14:cNvContentPartPr/>
                <p14:nvPr/>
              </p14:nvContentPartPr>
              <p14:xfrm>
                <a:off x="1148560" y="3393520"/>
                <a:ext cx="141480" cy="200160"/>
              </p14:xfrm>
            </p:contentPart>
          </mc:Choice>
          <mc:Fallback xmlns="">
            <p:pic>
              <p:nvPicPr>
                <p:cNvPr id="8211" name="Ink 8210">
                  <a:extLst>
                    <a:ext uri="{FF2B5EF4-FFF2-40B4-BE49-F238E27FC236}">
                      <a16:creationId xmlns:a16="http://schemas.microsoft.com/office/drawing/2014/main" id="{69C41AEE-EABA-4CB1-97ED-5DC3F3102DB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130920" y="3375520"/>
                  <a:ext cx="1771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8215" name="Ink 8214">
                  <a:extLst>
                    <a:ext uri="{FF2B5EF4-FFF2-40B4-BE49-F238E27FC236}">
                      <a16:creationId xmlns:a16="http://schemas.microsoft.com/office/drawing/2014/main" id="{ABD87E01-F389-41EC-90F1-9F87AE2617E2}"/>
                    </a:ext>
                  </a:extLst>
                </p14:cNvPr>
                <p14:cNvContentPartPr/>
                <p14:nvPr/>
              </p14:nvContentPartPr>
              <p14:xfrm>
                <a:off x="1863520" y="3565600"/>
                <a:ext cx="87120" cy="153360"/>
              </p14:xfrm>
            </p:contentPart>
          </mc:Choice>
          <mc:Fallback xmlns="">
            <p:pic>
              <p:nvPicPr>
                <p:cNvPr id="8215" name="Ink 8214">
                  <a:extLst>
                    <a:ext uri="{FF2B5EF4-FFF2-40B4-BE49-F238E27FC236}">
                      <a16:creationId xmlns:a16="http://schemas.microsoft.com/office/drawing/2014/main" id="{ABD87E01-F389-41EC-90F1-9F87AE2617E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845520" y="3547960"/>
                  <a:ext cx="122760" cy="18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20" name="Group 8219">
            <a:extLst>
              <a:ext uri="{FF2B5EF4-FFF2-40B4-BE49-F238E27FC236}">
                <a16:creationId xmlns:a16="http://schemas.microsoft.com/office/drawing/2014/main" id="{DFAFEF3B-F668-457B-B95E-7754CB097991}"/>
              </a:ext>
            </a:extLst>
          </p:cNvPr>
          <p:cNvGrpSpPr/>
          <p:nvPr/>
        </p:nvGrpSpPr>
        <p:grpSpPr>
          <a:xfrm>
            <a:off x="2944491" y="1305527"/>
            <a:ext cx="679320" cy="231840"/>
            <a:chOff x="3037480" y="3281560"/>
            <a:chExt cx="679320" cy="23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8217" name="Ink 8216">
                  <a:extLst>
                    <a:ext uri="{FF2B5EF4-FFF2-40B4-BE49-F238E27FC236}">
                      <a16:creationId xmlns:a16="http://schemas.microsoft.com/office/drawing/2014/main" id="{AB243205-9A54-43F3-B96C-D5087414381C}"/>
                    </a:ext>
                  </a:extLst>
                </p14:cNvPr>
                <p14:cNvContentPartPr/>
                <p14:nvPr/>
              </p14:nvContentPartPr>
              <p14:xfrm>
                <a:off x="3088240" y="3412960"/>
                <a:ext cx="628560" cy="21240"/>
              </p14:xfrm>
            </p:contentPart>
          </mc:Choice>
          <mc:Fallback xmlns="">
            <p:pic>
              <p:nvPicPr>
                <p:cNvPr id="8217" name="Ink 8216">
                  <a:extLst>
                    <a:ext uri="{FF2B5EF4-FFF2-40B4-BE49-F238E27FC236}">
                      <a16:creationId xmlns:a16="http://schemas.microsoft.com/office/drawing/2014/main" id="{AB243205-9A54-43F3-B96C-D5087414381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070600" y="3394960"/>
                  <a:ext cx="6642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8218" name="Ink 8217">
                  <a:extLst>
                    <a:ext uri="{FF2B5EF4-FFF2-40B4-BE49-F238E27FC236}">
                      <a16:creationId xmlns:a16="http://schemas.microsoft.com/office/drawing/2014/main" id="{82ADFE9C-B6AC-4AA9-8605-D47DDDA8915A}"/>
                    </a:ext>
                  </a:extLst>
                </p14:cNvPr>
                <p14:cNvContentPartPr/>
                <p14:nvPr/>
              </p14:nvContentPartPr>
              <p14:xfrm>
                <a:off x="3037480" y="3291640"/>
                <a:ext cx="164160" cy="221760"/>
              </p14:xfrm>
            </p:contentPart>
          </mc:Choice>
          <mc:Fallback xmlns="">
            <p:pic>
              <p:nvPicPr>
                <p:cNvPr id="8218" name="Ink 8217">
                  <a:extLst>
                    <a:ext uri="{FF2B5EF4-FFF2-40B4-BE49-F238E27FC236}">
                      <a16:creationId xmlns:a16="http://schemas.microsoft.com/office/drawing/2014/main" id="{82ADFE9C-B6AC-4AA9-8605-D47DDDA8915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019480" y="3274000"/>
                  <a:ext cx="19980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8219" name="Ink 8218">
                  <a:extLst>
                    <a:ext uri="{FF2B5EF4-FFF2-40B4-BE49-F238E27FC236}">
                      <a16:creationId xmlns:a16="http://schemas.microsoft.com/office/drawing/2014/main" id="{2F9BF26E-4F60-4788-92D0-5E988E6DDFEE}"/>
                    </a:ext>
                  </a:extLst>
                </p14:cNvPr>
                <p14:cNvContentPartPr/>
                <p14:nvPr/>
              </p14:nvContentPartPr>
              <p14:xfrm>
                <a:off x="3576040" y="3281560"/>
                <a:ext cx="99720" cy="172080"/>
              </p14:xfrm>
            </p:contentPart>
          </mc:Choice>
          <mc:Fallback xmlns="">
            <p:pic>
              <p:nvPicPr>
                <p:cNvPr id="8219" name="Ink 8218">
                  <a:extLst>
                    <a:ext uri="{FF2B5EF4-FFF2-40B4-BE49-F238E27FC236}">
                      <a16:creationId xmlns:a16="http://schemas.microsoft.com/office/drawing/2014/main" id="{2F9BF26E-4F60-4788-92D0-5E988E6DDFE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558040" y="3263920"/>
                  <a:ext cx="135360" cy="20772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FBD44A9D-41B9-4A6B-BFBB-B9C6B75A7482}"/>
              </a:ext>
            </a:extLst>
          </p:cNvPr>
          <p:cNvCxnSpPr/>
          <p:nvPr/>
        </p:nvCxnSpPr>
        <p:spPr>
          <a:xfrm flipV="1">
            <a:off x="8938902" y="1204681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1BAC7C67-EC39-472C-9B5E-D50168D4D540}"/>
              </a:ext>
            </a:extLst>
          </p:cNvPr>
          <p:cNvSpPr txBox="1"/>
          <p:nvPr/>
        </p:nvSpPr>
        <p:spPr>
          <a:xfrm>
            <a:off x="8677068" y="1948138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8237" name="Ink 8236">
                <a:extLst>
                  <a:ext uri="{FF2B5EF4-FFF2-40B4-BE49-F238E27FC236}">
                    <a16:creationId xmlns:a16="http://schemas.microsoft.com/office/drawing/2014/main" id="{7FB2D86A-6775-4BB9-8B46-F524D0F1E203}"/>
                  </a:ext>
                </a:extLst>
              </p14:cNvPr>
              <p14:cNvContentPartPr/>
              <p14:nvPr/>
            </p14:nvContentPartPr>
            <p14:xfrm>
              <a:off x="8999691" y="1629887"/>
              <a:ext cx="792000" cy="21240"/>
            </p14:xfrm>
          </p:contentPart>
        </mc:Choice>
        <mc:Fallback xmlns="">
          <p:pic>
            <p:nvPicPr>
              <p:cNvPr id="8237" name="Ink 8236">
                <a:extLst>
                  <a:ext uri="{FF2B5EF4-FFF2-40B4-BE49-F238E27FC236}">
                    <a16:creationId xmlns:a16="http://schemas.microsoft.com/office/drawing/2014/main" id="{7FB2D86A-6775-4BB9-8B46-F524D0F1E203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8981691" y="1611887"/>
                <a:ext cx="82764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8238" name="Ink 8237">
                <a:extLst>
                  <a:ext uri="{FF2B5EF4-FFF2-40B4-BE49-F238E27FC236}">
                    <a16:creationId xmlns:a16="http://schemas.microsoft.com/office/drawing/2014/main" id="{A19B845F-F6D1-4DA9-8293-388681DE3C0F}"/>
                  </a:ext>
                </a:extLst>
              </p14:cNvPr>
              <p14:cNvContentPartPr/>
              <p14:nvPr/>
            </p14:nvContentPartPr>
            <p14:xfrm>
              <a:off x="9711051" y="1518647"/>
              <a:ext cx="114480" cy="212400"/>
            </p14:xfrm>
          </p:contentPart>
        </mc:Choice>
        <mc:Fallback xmlns="">
          <p:pic>
            <p:nvPicPr>
              <p:cNvPr id="8238" name="Ink 8237">
                <a:extLst>
                  <a:ext uri="{FF2B5EF4-FFF2-40B4-BE49-F238E27FC236}">
                    <a16:creationId xmlns:a16="http://schemas.microsoft.com/office/drawing/2014/main" id="{A19B845F-F6D1-4DA9-8293-388681DE3C0F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9693107" y="1500647"/>
                <a:ext cx="150008" cy="24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8241" name="Group 8240">
            <a:extLst>
              <a:ext uri="{FF2B5EF4-FFF2-40B4-BE49-F238E27FC236}">
                <a16:creationId xmlns:a16="http://schemas.microsoft.com/office/drawing/2014/main" id="{07454A9F-D899-4FA5-A058-BF13C70D6847}"/>
              </a:ext>
            </a:extLst>
          </p:cNvPr>
          <p:cNvGrpSpPr/>
          <p:nvPr/>
        </p:nvGrpSpPr>
        <p:grpSpPr>
          <a:xfrm>
            <a:off x="8451411" y="1274927"/>
            <a:ext cx="711720" cy="537480"/>
            <a:chOff x="8544400" y="3250960"/>
            <a:chExt cx="711720" cy="53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8232" name="Ink 8231">
                  <a:extLst>
                    <a:ext uri="{FF2B5EF4-FFF2-40B4-BE49-F238E27FC236}">
                      <a16:creationId xmlns:a16="http://schemas.microsoft.com/office/drawing/2014/main" id="{54B71EE3-4239-4F73-BFD9-CB2A76386D98}"/>
                    </a:ext>
                  </a:extLst>
                </p14:cNvPr>
                <p14:cNvContentPartPr/>
                <p14:nvPr/>
              </p14:nvContentPartPr>
              <p14:xfrm>
                <a:off x="8594800" y="3423760"/>
                <a:ext cx="405720" cy="360"/>
              </p14:xfrm>
            </p:contentPart>
          </mc:Choice>
          <mc:Fallback xmlns="">
            <p:pic>
              <p:nvPicPr>
                <p:cNvPr id="8232" name="Ink 8231">
                  <a:extLst>
                    <a:ext uri="{FF2B5EF4-FFF2-40B4-BE49-F238E27FC236}">
                      <a16:creationId xmlns:a16="http://schemas.microsoft.com/office/drawing/2014/main" id="{54B71EE3-4239-4F73-BFD9-CB2A76386D9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577160" y="3405760"/>
                  <a:ext cx="4413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8233" name="Ink 8232">
                  <a:extLst>
                    <a:ext uri="{FF2B5EF4-FFF2-40B4-BE49-F238E27FC236}">
                      <a16:creationId xmlns:a16="http://schemas.microsoft.com/office/drawing/2014/main" id="{76F352A2-2C17-4DBA-9998-8C1CD957FD0C}"/>
                    </a:ext>
                  </a:extLst>
                </p14:cNvPr>
                <p14:cNvContentPartPr/>
                <p14:nvPr/>
              </p14:nvContentPartPr>
              <p14:xfrm>
                <a:off x="8960560" y="3321880"/>
                <a:ext cx="93600" cy="173160"/>
              </p14:xfrm>
            </p:contentPart>
          </mc:Choice>
          <mc:Fallback xmlns="">
            <p:pic>
              <p:nvPicPr>
                <p:cNvPr id="8233" name="Ink 8232">
                  <a:extLst>
                    <a:ext uri="{FF2B5EF4-FFF2-40B4-BE49-F238E27FC236}">
                      <a16:creationId xmlns:a16="http://schemas.microsoft.com/office/drawing/2014/main" id="{76F352A2-2C17-4DBA-9998-8C1CD957FD0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942920" y="3304240"/>
                  <a:ext cx="12924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8234" name="Ink 8233">
                  <a:extLst>
                    <a:ext uri="{FF2B5EF4-FFF2-40B4-BE49-F238E27FC236}">
                      <a16:creationId xmlns:a16="http://schemas.microsoft.com/office/drawing/2014/main" id="{5907B603-DF9F-489D-A7BE-0384FF613135}"/>
                    </a:ext>
                  </a:extLst>
                </p14:cNvPr>
                <p14:cNvContentPartPr/>
                <p14:nvPr/>
              </p14:nvContentPartPr>
              <p14:xfrm>
                <a:off x="8544400" y="3250960"/>
                <a:ext cx="132480" cy="263520"/>
              </p14:xfrm>
            </p:contentPart>
          </mc:Choice>
          <mc:Fallback xmlns="">
            <p:pic>
              <p:nvPicPr>
                <p:cNvPr id="8234" name="Ink 8233">
                  <a:extLst>
                    <a:ext uri="{FF2B5EF4-FFF2-40B4-BE49-F238E27FC236}">
                      <a16:creationId xmlns:a16="http://schemas.microsoft.com/office/drawing/2014/main" id="{5907B603-DF9F-489D-A7BE-0384FF61313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526400" y="3232960"/>
                  <a:ext cx="16812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8240" name="Ink 8239">
                  <a:extLst>
                    <a:ext uri="{FF2B5EF4-FFF2-40B4-BE49-F238E27FC236}">
                      <a16:creationId xmlns:a16="http://schemas.microsoft.com/office/drawing/2014/main" id="{64B14066-7B88-4CD9-A7EA-7F03EFD1045F}"/>
                    </a:ext>
                  </a:extLst>
                </p14:cNvPr>
                <p14:cNvContentPartPr/>
                <p14:nvPr/>
              </p14:nvContentPartPr>
              <p14:xfrm>
                <a:off x="9034000" y="3464440"/>
                <a:ext cx="222120" cy="324000"/>
              </p14:xfrm>
            </p:contentPart>
          </mc:Choice>
          <mc:Fallback xmlns="">
            <p:pic>
              <p:nvPicPr>
                <p:cNvPr id="8240" name="Ink 8239">
                  <a:extLst>
                    <a:ext uri="{FF2B5EF4-FFF2-40B4-BE49-F238E27FC236}">
                      <a16:creationId xmlns:a16="http://schemas.microsoft.com/office/drawing/2014/main" id="{64B14066-7B88-4CD9-A7EA-7F03EFD1045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016000" y="3446800"/>
                  <a:ext cx="257760" cy="359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8253" name="Ink 8252">
                <a:extLst>
                  <a:ext uri="{FF2B5EF4-FFF2-40B4-BE49-F238E27FC236}">
                    <a16:creationId xmlns:a16="http://schemas.microsoft.com/office/drawing/2014/main" id="{807C3578-9BE2-40F4-848E-CF9DF27B563A}"/>
                  </a:ext>
                </a:extLst>
              </p14:cNvPr>
              <p14:cNvContentPartPr/>
              <p14:nvPr/>
            </p14:nvContentPartPr>
            <p14:xfrm>
              <a:off x="7313451" y="1620167"/>
              <a:ext cx="649440" cy="51480"/>
            </p14:xfrm>
          </p:contentPart>
        </mc:Choice>
        <mc:Fallback xmlns="">
          <p:pic>
            <p:nvPicPr>
              <p:cNvPr id="8253" name="Ink 8252">
                <a:extLst>
                  <a:ext uri="{FF2B5EF4-FFF2-40B4-BE49-F238E27FC236}">
                    <a16:creationId xmlns:a16="http://schemas.microsoft.com/office/drawing/2014/main" id="{807C3578-9BE2-40F4-848E-CF9DF27B563A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7295451" y="1602167"/>
                <a:ext cx="68508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8254" name="Ink 8253">
                <a:extLst>
                  <a:ext uri="{FF2B5EF4-FFF2-40B4-BE49-F238E27FC236}">
                    <a16:creationId xmlns:a16="http://schemas.microsoft.com/office/drawing/2014/main" id="{D770DD22-9971-456E-9772-875ED69A7968}"/>
                  </a:ext>
                </a:extLst>
              </p14:cNvPr>
              <p14:cNvContentPartPr/>
              <p14:nvPr/>
            </p14:nvContentPartPr>
            <p14:xfrm>
              <a:off x="7887291" y="1528727"/>
              <a:ext cx="111600" cy="193680"/>
            </p14:xfrm>
          </p:contentPart>
        </mc:Choice>
        <mc:Fallback xmlns="">
          <p:pic>
            <p:nvPicPr>
              <p:cNvPr id="8254" name="Ink 8253">
                <a:extLst>
                  <a:ext uri="{FF2B5EF4-FFF2-40B4-BE49-F238E27FC236}">
                    <a16:creationId xmlns:a16="http://schemas.microsoft.com/office/drawing/2014/main" id="{D770DD22-9971-456E-9772-875ED69A7968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7869291" y="1510727"/>
                <a:ext cx="147240" cy="22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65" name="Group 64">
            <a:extLst>
              <a:ext uri="{FF2B5EF4-FFF2-40B4-BE49-F238E27FC236}">
                <a16:creationId xmlns:a16="http://schemas.microsoft.com/office/drawing/2014/main" id="{67F143CD-5FD3-477F-A2F3-D8D2ACA380FA}"/>
              </a:ext>
            </a:extLst>
          </p:cNvPr>
          <p:cNvGrpSpPr/>
          <p:nvPr/>
        </p:nvGrpSpPr>
        <p:grpSpPr>
          <a:xfrm>
            <a:off x="6662931" y="1335767"/>
            <a:ext cx="766080" cy="403560"/>
            <a:chOff x="6755920" y="3311800"/>
            <a:chExt cx="766080" cy="40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8242" name="Ink 8241">
                  <a:extLst>
                    <a:ext uri="{FF2B5EF4-FFF2-40B4-BE49-F238E27FC236}">
                      <a16:creationId xmlns:a16="http://schemas.microsoft.com/office/drawing/2014/main" id="{5BBB3B6B-1AF4-4E8B-A640-43C042CE3742}"/>
                    </a:ext>
                  </a:extLst>
                </p14:cNvPr>
                <p14:cNvContentPartPr/>
                <p14:nvPr/>
              </p14:nvContentPartPr>
              <p14:xfrm>
                <a:off x="6755920" y="3464440"/>
                <a:ext cx="618840" cy="360"/>
              </p14:xfrm>
            </p:contentPart>
          </mc:Choice>
          <mc:Fallback xmlns="">
            <p:pic>
              <p:nvPicPr>
                <p:cNvPr id="8242" name="Ink 8241">
                  <a:extLst>
                    <a:ext uri="{FF2B5EF4-FFF2-40B4-BE49-F238E27FC236}">
                      <a16:creationId xmlns:a16="http://schemas.microsoft.com/office/drawing/2014/main" id="{5BBB3B6B-1AF4-4E8B-A640-43C042CE374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738280" y="3446800"/>
                  <a:ext cx="654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8243" name="Ink 8242">
                  <a:extLst>
                    <a:ext uri="{FF2B5EF4-FFF2-40B4-BE49-F238E27FC236}">
                      <a16:creationId xmlns:a16="http://schemas.microsoft.com/office/drawing/2014/main" id="{98D4ECCF-624A-49BA-9397-D9A02DFF517B}"/>
                    </a:ext>
                  </a:extLst>
                </p14:cNvPr>
                <p14:cNvContentPartPr/>
                <p14:nvPr/>
              </p14:nvContentPartPr>
              <p14:xfrm>
                <a:off x="7274320" y="3321880"/>
                <a:ext cx="92160" cy="173160"/>
              </p14:xfrm>
            </p:contentPart>
          </mc:Choice>
          <mc:Fallback xmlns="">
            <p:pic>
              <p:nvPicPr>
                <p:cNvPr id="8243" name="Ink 8242">
                  <a:extLst>
                    <a:ext uri="{FF2B5EF4-FFF2-40B4-BE49-F238E27FC236}">
                      <a16:creationId xmlns:a16="http://schemas.microsoft.com/office/drawing/2014/main" id="{98D4ECCF-624A-49BA-9397-D9A02DFF517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256680" y="3304240"/>
                  <a:ext cx="1278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8245" name="Ink 8244">
                  <a:extLst>
                    <a:ext uri="{FF2B5EF4-FFF2-40B4-BE49-F238E27FC236}">
                      <a16:creationId xmlns:a16="http://schemas.microsoft.com/office/drawing/2014/main" id="{4A0FF636-45ED-42B5-BCFE-374A1429A47E}"/>
                    </a:ext>
                  </a:extLst>
                </p14:cNvPr>
                <p14:cNvContentPartPr/>
                <p14:nvPr/>
              </p14:nvContentPartPr>
              <p14:xfrm>
                <a:off x="6780040" y="3311800"/>
                <a:ext cx="117360" cy="223920"/>
              </p14:xfrm>
            </p:contentPart>
          </mc:Choice>
          <mc:Fallback xmlns="">
            <p:pic>
              <p:nvPicPr>
                <p:cNvPr id="8245" name="Ink 8244">
                  <a:extLst>
                    <a:ext uri="{FF2B5EF4-FFF2-40B4-BE49-F238E27FC236}">
                      <a16:creationId xmlns:a16="http://schemas.microsoft.com/office/drawing/2014/main" id="{4A0FF636-45ED-42B5-BCFE-374A1429A47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762400" y="3294160"/>
                  <a:ext cx="1530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8246" name="Ink 8245">
                  <a:extLst>
                    <a:ext uri="{FF2B5EF4-FFF2-40B4-BE49-F238E27FC236}">
                      <a16:creationId xmlns:a16="http://schemas.microsoft.com/office/drawing/2014/main" id="{CE4FFCCA-A7DE-4DA6-9E81-A6BC02ABCF0F}"/>
                    </a:ext>
                  </a:extLst>
                </p14:cNvPr>
                <p14:cNvContentPartPr/>
                <p14:nvPr/>
              </p14:nvContentPartPr>
              <p14:xfrm>
                <a:off x="7307800" y="3403600"/>
                <a:ext cx="57960" cy="144720"/>
              </p14:xfrm>
            </p:contentPart>
          </mc:Choice>
          <mc:Fallback xmlns="">
            <p:pic>
              <p:nvPicPr>
                <p:cNvPr id="8246" name="Ink 8245">
                  <a:extLst>
                    <a:ext uri="{FF2B5EF4-FFF2-40B4-BE49-F238E27FC236}">
                      <a16:creationId xmlns:a16="http://schemas.microsoft.com/office/drawing/2014/main" id="{CE4FFCCA-A7DE-4DA6-9E81-A6BC02ABCF0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290160" y="3385600"/>
                  <a:ext cx="936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21920AF-27E0-4296-8B7E-BCC1481CD804}"/>
                    </a:ext>
                  </a:extLst>
                </p14:cNvPr>
                <p14:cNvContentPartPr/>
                <p14:nvPr/>
              </p14:nvContentPartPr>
              <p14:xfrm>
                <a:off x="7394560" y="3504760"/>
                <a:ext cx="127440" cy="2106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21920AF-27E0-4296-8B7E-BCC1481CD80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376920" y="3487120"/>
                  <a:ext cx="163080" cy="2462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136A80B-CA30-A806-0C55-ED086928FFE6}"/>
              </a:ext>
            </a:extLst>
      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2425371" y="3926113"/>
            <a:ext cx="7399661" cy="82303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9DEA5F0-6B9B-B760-AF80-B07FB97E254C}"/>
              </a:ext>
            </a:extLst>
      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919969" y="4937939"/>
            <a:ext cx="5627763" cy="15790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82FEC9-4766-57CE-5AEF-5B79EB7AF071}"/>
              </a:ext>
            </a:extLst>
          </p:cNvPr>
          <p:cNvSpPr txBox="1"/>
          <p:nvPr/>
        </p:nvSpPr>
        <p:spPr>
          <a:xfrm>
            <a:off x="997875" y="2584277"/>
            <a:ext cx="5302186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Search </a:t>
            </a:r>
            <a:r>
              <a:rPr lang="en-US" dirty="0">
                <a:solidFill>
                  <a:srgbClr val="FF0000"/>
                </a:solidFill>
              </a:rPr>
              <a:t>two</a:t>
            </a:r>
            <a:r>
              <a:rPr lang="en-US" dirty="0"/>
              <a:t> characters between any two </a:t>
            </a:r>
            <a:r>
              <a:rPr lang="en-US" dirty="0">
                <a:solidFill>
                  <a:srgbClr val="FF0000"/>
                </a:solidFill>
              </a:rPr>
              <a:t>\b</a:t>
            </a:r>
          </a:p>
        </p:txBody>
      </p:sp>
    </p:spTree>
    <p:extLst>
      <p:ext uri="{BB962C8B-B14F-4D97-AF65-F5344CB8AC3E}">
        <p14:creationId xmlns:p14="http://schemas.microsoft.com/office/powerpoint/2010/main" val="20224668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A07A120-6D59-4CC6-8C45-CA53AE0F9BBB}"/>
              </a:ext>
            </a:extLst>
          </p:cNvPr>
          <p:cNvSpPr txBox="1"/>
          <p:nvPr/>
        </p:nvSpPr>
        <p:spPr>
          <a:xfrm>
            <a:off x="2574320" y="240910"/>
            <a:ext cx="87071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\&lt;..\&gt;: </a:t>
            </a:r>
            <a:r>
              <a:rPr lang="en-GB" sz="36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Don’t’ cross </a:t>
            </a:r>
            <a:r>
              <a:rPr lang="en-GB" sz="3600" b="0" i="0" dirty="0">
                <a:solidFill>
                  <a:schemeClr val="accent5"/>
                </a:solidFill>
                <a:effectLst/>
                <a:latin typeface="Consolas" panose="020B0609020204030204" pitchFamily="49" charset="0"/>
              </a:rPr>
              <a:t>\b</a:t>
            </a:r>
            <a:r>
              <a:rPr lang="en-GB" sz="36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, AND must </a:t>
            </a:r>
            <a:r>
              <a:rPr lang="en-GB" sz="3600" dirty="0">
                <a:solidFill>
                  <a:schemeClr val="accent5"/>
                </a:solidFill>
                <a:latin typeface="Consolas" panose="020B0609020204030204" pitchFamily="49" charset="0"/>
              </a:rPr>
              <a:t>include a word string</a:t>
            </a:r>
            <a:endParaRPr lang="en-US" sz="3600" dirty="0">
              <a:solidFill>
                <a:schemeClr val="accent5"/>
              </a:solidFill>
              <a:latin typeface="Consolas" panose="020B0609020204030204" pitchFamily="49" charset="0"/>
            </a:endParaRPr>
          </a:p>
          <a:p>
            <a:r>
              <a:rPr lang="en-US" sz="3600" dirty="0">
                <a:solidFill>
                  <a:srgbClr val="FF0000"/>
                </a:solidFill>
                <a:latin typeface="Consolas" panose="020B0609020204030204" pitchFamily="49" charset="0"/>
              </a:rPr>
              <a:t>\b..\b</a:t>
            </a:r>
            <a:r>
              <a:rPr lang="en-US" sz="3600" dirty="0">
                <a:solidFill>
                  <a:schemeClr val="accent5"/>
                </a:solidFill>
                <a:latin typeface="Consolas" panose="020B0609020204030204" pitchFamily="49" charset="0"/>
              </a:rPr>
              <a:t>: any boundaries </a:t>
            </a:r>
            <a:endParaRPr lang="en-US" sz="3600" dirty="0">
              <a:solidFill>
                <a:schemeClr val="accent5"/>
              </a:solidFill>
            </a:endParaRPr>
          </a:p>
        </p:txBody>
      </p:sp>
      <p:pic>
        <p:nvPicPr>
          <p:cNvPr id="5" name="Picture 2" descr="Versus vs letters fight text brush Royalty Free Vector Image">
            <a:extLst>
              <a:ext uri="{FF2B5EF4-FFF2-40B4-BE49-F238E27FC236}">
                <a16:creationId xmlns:a16="http://schemas.microsoft.com/office/drawing/2014/main" id="{2C6C13BB-021D-4FB7-B79C-ECAD92CF00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20" t="3533" r="12469" b="13148"/>
          <a:stretch/>
        </p:blipFill>
        <p:spPr bwMode="auto">
          <a:xfrm>
            <a:off x="772160" y="131017"/>
            <a:ext cx="1463040" cy="1849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12">
            <a:extLst>
              <a:ext uri="{FF2B5EF4-FFF2-40B4-BE49-F238E27FC236}">
                <a16:creationId xmlns:a16="http://schemas.microsoft.com/office/drawing/2014/main" id="{2BE035DB-BC85-4F9B-948E-4901DF3B7B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674947"/>
              </p:ext>
            </p:extLst>
          </p:nvPr>
        </p:nvGraphicFramePr>
        <p:xfrm>
          <a:off x="1209040" y="2209801"/>
          <a:ext cx="958088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063">
                  <a:extLst>
                    <a:ext uri="{9D8B030D-6E8A-4147-A177-3AD203B41FA5}">
                      <a16:colId xmlns:a16="http://schemas.microsoft.com/office/drawing/2014/main" val="28713306"/>
                    </a:ext>
                  </a:extLst>
                </a:gridCol>
                <a:gridCol w="334871">
                  <a:extLst>
                    <a:ext uri="{9D8B030D-6E8A-4147-A177-3AD203B41FA5}">
                      <a16:colId xmlns:a16="http://schemas.microsoft.com/office/drawing/2014/main" val="1948404293"/>
                    </a:ext>
                  </a:extLst>
                </a:gridCol>
                <a:gridCol w="722525">
                  <a:extLst>
                    <a:ext uri="{9D8B030D-6E8A-4147-A177-3AD203B41FA5}">
                      <a16:colId xmlns:a16="http://schemas.microsoft.com/office/drawing/2014/main" val="3231491846"/>
                    </a:ext>
                  </a:extLst>
                </a:gridCol>
                <a:gridCol w="475085">
                  <a:extLst>
                    <a:ext uri="{9D8B030D-6E8A-4147-A177-3AD203B41FA5}">
                      <a16:colId xmlns:a16="http://schemas.microsoft.com/office/drawing/2014/main" val="2676701306"/>
                    </a:ext>
                  </a:extLst>
                </a:gridCol>
                <a:gridCol w="682934">
                  <a:extLst>
                    <a:ext uri="{9D8B030D-6E8A-4147-A177-3AD203B41FA5}">
                      <a16:colId xmlns:a16="http://schemas.microsoft.com/office/drawing/2014/main" val="2230670701"/>
                    </a:ext>
                  </a:extLst>
                </a:gridCol>
                <a:gridCol w="550766">
                  <a:extLst>
                    <a:ext uri="{9D8B030D-6E8A-4147-A177-3AD203B41FA5}">
                      <a16:colId xmlns:a16="http://schemas.microsoft.com/office/drawing/2014/main" val="723902789"/>
                    </a:ext>
                  </a:extLst>
                </a:gridCol>
                <a:gridCol w="1209059">
                  <a:extLst>
                    <a:ext uri="{9D8B030D-6E8A-4147-A177-3AD203B41FA5}">
                      <a16:colId xmlns:a16="http://schemas.microsoft.com/office/drawing/2014/main" val="4291920798"/>
                    </a:ext>
                  </a:extLst>
                </a:gridCol>
                <a:gridCol w="512935">
                  <a:extLst>
                    <a:ext uri="{9D8B030D-6E8A-4147-A177-3AD203B41FA5}">
                      <a16:colId xmlns:a16="http://schemas.microsoft.com/office/drawing/2014/main" val="3814046215"/>
                    </a:ext>
                  </a:extLst>
                </a:gridCol>
                <a:gridCol w="778560">
                  <a:extLst>
                    <a:ext uri="{9D8B030D-6E8A-4147-A177-3AD203B41FA5}">
                      <a16:colId xmlns:a16="http://schemas.microsoft.com/office/drawing/2014/main" val="1490509452"/>
                    </a:ext>
                  </a:extLst>
                </a:gridCol>
                <a:gridCol w="301561">
                  <a:extLst>
                    <a:ext uri="{9D8B030D-6E8A-4147-A177-3AD203B41FA5}">
                      <a16:colId xmlns:a16="http://schemas.microsoft.com/office/drawing/2014/main" val="3350398125"/>
                    </a:ext>
                  </a:extLst>
                </a:gridCol>
                <a:gridCol w="301561">
                  <a:extLst>
                    <a:ext uri="{9D8B030D-6E8A-4147-A177-3AD203B41FA5}">
                      <a16:colId xmlns:a16="http://schemas.microsoft.com/office/drawing/2014/main" val="2718276567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2826402512"/>
                    </a:ext>
                  </a:extLst>
                </a:gridCol>
                <a:gridCol w="464913">
                  <a:extLst>
                    <a:ext uri="{9D8B030D-6E8A-4147-A177-3AD203B41FA5}">
                      <a16:colId xmlns:a16="http://schemas.microsoft.com/office/drawing/2014/main" val="1806082281"/>
                    </a:ext>
                  </a:extLst>
                </a:gridCol>
                <a:gridCol w="479967">
                  <a:extLst>
                    <a:ext uri="{9D8B030D-6E8A-4147-A177-3AD203B41FA5}">
                      <a16:colId xmlns:a16="http://schemas.microsoft.com/office/drawing/2014/main" val="2697221986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1648342828"/>
                    </a:ext>
                  </a:extLst>
                </a:gridCol>
                <a:gridCol w="386080">
                  <a:extLst>
                    <a:ext uri="{9D8B030D-6E8A-4147-A177-3AD203B41FA5}">
                      <a16:colId xmlns:a16="http://schemas.microsoft.com/office/drawing/2014/main" val="2992255568"/>
                    </a:ext>
                  </a:extLst>
                </a:gridCol>
                <a:gridCol w="782320">
                  <a:extLst>
                    <a:ext uri="{9D8B030D-6E8A-4147-A177-3AD203B41FA5}">
                      <a16:colId xmlns:a16="http://schemas.microsoft.com/office/drawing/2014/main" val="25817374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Agency FB" panose="020B0503020202020204" pitchFamily="34" charset="0"/>
                        </a:rP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Agency FB" panose="020B0503020202020204" pitchFamily="34" charset="0"/>
                        </a:rPr>
                        <a:t>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Agency FB" panose="020B0503020202020204" pitchFamily="34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Agency FB" panose="020B0503020202020204" pitchFamily="34" charset="0"/>
                        </a:rPr>
                        <a:t>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Agency FB" panose="020B0503020202020204" pitchFamily="34" charset="0"/>
                        </a:rPr>
                        <a:t>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Agency FB" panose="020B0503020202020204" pitchFamily="34" charset="0"/>
                        </a:rPr>
                        <a:t>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Agency FB" panose="020B0503020202020204" pitchFamily="34" charset="0"/>
                        </a:rPr>
                        <a:t>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6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Agency FB" panose="020B0503020202020204" pitchFamily="34" charset="0"/>
                        </a:rPr>
                        <a:t>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Agency FB" panose="020B0503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!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26518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7600D2D-1803-43E4-9FE7-67B225EE369F}"/>
              </a:ext>
            </a:extLst>
          </p:cNvPr>
          <p:cNvCxnSpPr/>
          <p:nvPr/>
        </p:nvCxnSpPr>
        <p:spPr>
          <a:xfrm flipV="1">
            <a:off x="1209040" y="2905760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7E30852-1C43-4E83-B42B-C963C1F0F711}"/>
              </a:ext>
            </a:extLst>
          </p:cNvPr>
          <p:cNvSpPr txBox="1"/>
          <p:nvPr/>
        </p:nvSpPr>
        <p:spPr>
          <a:xfrm>
            <a:off x="975126" y="3616958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3014992-6AB5-40BE-B957-10E7B395ADBA}"/>
              </a:ext>
            </a:extLst>
          </p:cNvPr>
          <p:cNvGrpSpPr/>
          <p:nvPr/>
        </p:nvGrpSpPr>
        <p:grpSpPr>
          <a:xfrm>
            <a:off x="10109870" y="2336560"/>
            <a:ext cx="312840" cy="424800"/>
            <a:chOff x="10271680" y="3118840"/>
            <a:chExt cx="31284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779FF67-A78B-4355-8CF6-1594D3F7078C}"/>
                    </a:ext>
                  </a:extLst>
                </p14:cNvPr>
                <p14:cNvContentPartPr/>
                <p14:nvPr/>
              </p14:nvContentPartPr>
              <p14:xfrm>
                <a:off x="10291480" y="3118840"/>
                <a:ext cx="264600" cy="4248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779FF67-A78B-4355-8CF6-1594D3F7078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73480" y="3101200"/>
                  <a:ext cx="3002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201A2F7-26FA-43B1-8087-2D2E589DECB5}"/>
                    </a:ext>
                  </a:extLst>
                </p14:cNvPr>
                <p14:cNvContentPartPr/>
                <p14:nvPr/>
              </p14:nvContentPartPr>
              <p14:xfrm>
                <a:off x="10271680" y="3159520"/>
                <a:ext cx="312840" cy="307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201A2F7-26FA-43B1-8087-2D2E589DECB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53680" y="3141880"/>
                  <a:ext cx="348480" cy="34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4BADCFB-9E4E-487B-A8FE-23DD24AE6F6A}"/>
              </a:ext>
            </a:extLst>
          </p:cNvPr>
          <p:cNvGrpSpPr/>
          <p:nvPr/>
        </p:nvGrpSpPr>
        <p:grpSpPr>
          <a:xfrm>
            <a:off x="1585010" y="2295880"/>
            <a:ext cx="312840" cy="424800"/>
            <a:chOff x="10271680" y="3118840"/>
            <a:chExt cx="31284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F9FF18A-03EC-4C2D-8907-7F71F970C100}"/>
                    </a:ext>
                  </a:extLst>
                </p14:cNvPr>
                <p14:cNvContentPartPr/>
                <p14:nvPr/>
              </p14:nvContentPartPr>
              <p14:xfrm>
                <a:off x="10291480" y="3118840"/>
                <a:ext cx="264600" cy="424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F9FF18A-03EC-4C2D-8907-7F71F970C10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73480" y="3101200"/>
                  <a:ext cx="3002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9CD5025-33D2-46A2-8BDF-82447A20CBCC}"/>
                    </a:ext>
                  </a:extLst>
                </p14:cNvPr>
                <p14:cNvContentPartPr/>
                <p14:nvPr/>
              </p14:nvContentPartPr>
              <p14:xfrm>
                <a:off x="10271680" y="3159520"/>
                <a:ext cx="312840" cy="3078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9CD5025-33D2-46A2-8BDF-82447A20CBC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53680" y="3141880"/>
                  <a:ext cx="348480" cy="34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BA52DA3-1DB5-495E-8EF7-D28592658F7B}"/>
              </a:ext>
            </a:extLst>
          </p:cNvPr>
          <p:cNvGrpSpPr/>
          <p:nvPr/>
        </p:nvGrpSpPr>
        <p:grpSpPr>
          <a:xfrm>
            <a:off x="2710210" y="2317240"/>
            <a:ext cx="312840" cy="424800"/>
            <a:chOff x="10271680" y="3118840"/>
            <a:chExt cx="31284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3C5F8F5-6328-4091-91CD-E5939E86E012}"/>
                    </a:ext>
                  </a:extLst>
                </p14:cNvPr>
                <p14:cNvContentPartPr/>
                <p14:nvPr/>
              </p14:nvContentPartPr>
              <p14:xfrm>
                <a:off x="10291480" y="3118840"/>
                <a:ext cx="264600" cy="4248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3C5F8F5-6328-4091-91CD-E5939E86E01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73480" y="3101200"/>
                  <a:ext cx="3002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F990D8F-0A9B-4C57-8A0D-E195BAA99824}"/>
                    </a:ext>
                  </a:extLst>
                </p14:cNvPr>
                <p14:cNvContentPartPr/>
                <p14:nvPr/>
              </p14:nvContentPartPr>
              <p14:xfrm>
                <a:off x="10271680" y="3159520"/>
                <a:ext cx="312840" cy="3078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F990D8F-0A9B-4C57-8A0D-E195BAA9982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53680" y="3141880"/>
                  <a:ext cx="348480" cy="34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BBE729E-A5E8-4E49-9D56-C22918FCEEA7}"/>
              </a:ext>
            </a:extLst>
          </p:cNvPr>
          <p:cNvGrpSpPr/>
          <p:nvPr/>
        </p:nvGrpSpPr>
        <p:grpSpPr>
          <a:xfrm>
            <a:off x="3893680" y="2303001"/>
            <a:ext cx="312840" cy="424800"/>
            <a:chOff x="10271680" y="3118840"/>
            <a:chExt cx="31284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C631281-332F-4239-B09A-7F6FDA858099}"/>
                    </a:ext>
                  </a:extLst>
                </p14:cNvPr>
                <p14:cNvContentPartPr/>
                <p14:nvPr/>
              </p14:nvContentPartPr>
              <p14:xfrm>
                <a:off x="10291480" y="3118840"/>
                <a:ext cx="264600" cy="424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C631281-332F-4239-B09A-7F6FDA85809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73480" y="3101200"/>
                  <a:ext cx="3002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4C223DA-54C1-4A44-8DC4-1A55C97EB00B}"/>
                    </a:ext>
                  </a:extLst>
                </p14:cNvPr>
                <p14:cNvContentPartPr/>
                <p14:nvPr/>
              </p14:nvContentPartPr>
              <p14:xfrm>
                <a:off x="10271680" y="3159520"/>
                <a:ext cx="312840" cy="3078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4C223DA-54C1-4A44-8DC4-1A55C97EB00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53680" y="3141880"/>
                  <a:ext cx="348480" cy="34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C8A690C-8825-448C-B600-D14BF46D8DD9}"/>
              </a:ext>
            </a:extLst>
          </p:cNvPr>
          <p:cNvGrpSpPr/>
          <p:nvPr/>
        </p:nvGrpSpPr>
        <p:grpSpPr>
          <a:xfrm>
            <a:off x="5588340" y="2303001"/>
            <a:ext cx="312840" cy="424800"/>
            <a:chOff x="10271680" y="3118840"/>
            <a:chExt cx="31284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592A966-6FAC-4BD1-8C28-BA9AF6C9BA95}"/>
                    </a:ext>
                  </a:extLst>
                </p14:cNvPr>
                <p14:cNvContentPartPr/>
                <p14:nvPr/>
              </p14:nvContentPartPr>
              <p14:xfrm>
                <a:off x="10291480" y="3118840"/>
                <a:ext cx="264600" cy="4248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592A966-6FAC-4BD1-8C28-BA9AF6C9BA9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73480" y="3101200"/>
                  <a:ext cx="3002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8C9DF15-C51B-4E7D-A7E0-A711E5DB125E}"/>
                    </a:ext>
                  </a:extLst>
                </p14:cNvPr>
                <p14:cNvContentPartPr/>
                <p14:nvPr/>
              </p14:nvContentPartPr>
              <p14:xfrm>
                <a:off x="10271680" y="3159520"/>
                <a:ext cx="312840" cy="3078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8C9DF15-C51B-4E7D-A7E0-A711E5DB125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53680" y="3141880"/>
                  <a:ext cx="348480" cy="34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D714C12-F584-4FF1-9E23-65A92AE7E87A}"/>
              </a:ext>
            </a:extLst>
          </p:cNvPr>
          <p:cNvGrpSpPr/>
          <p:nvPr/>
        </p:nvGrpSpPr>
        <p:grpSpPr>
          <a:xfrm>
            <a:off x="6910960" y="2262321"/>
            <a:ext cx="312840" cy="424800"/>
            <a:chOff x="10271680" y="3118840"/>
            <a:chExt cx="31284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227C856-D074-4600-92EA-8FF616737C47}"/>
                    </a:ext>
                  </a:extLst>
                </p14:cNvPr>
                <p14:cNvContentPartPr/>
                <p14:nvPr/>
              </p14:nvContentPartPr>
              <p14:xfrm>
                <a:off x="10291480" y="3118840"/>
                <a:ext cx="264600" cy="4248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227C856-D074-4600-92EA-8FF616737C4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73480" y="3101200"/>
                  <a:ext cx="3002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553FD88-3191-41A3-8A83-3D28A646CEA2}"/>
                    </a:ext>
                  </a:extLst>
                </p14:cNvPr>
                <p14:cNvContentPartPr/>
                <p14:nvPr/>
              </p14:nvContentPartPr>
              <p14:xfrm>
                <a:off x="10271680" y="3159520"/>
                <a:ext cx="312840" cy="307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553FD88-3191-41A3-8A83-3D28A646CEA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53680" y="3141880"/>
                  <a:ext cx="348480" cy="34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74D2B68-77BB-44B2-9E92-E7E858EF25E9}"/>
              </a:ext>
            </a:extLst>
          </p:cNvPr>
          <p:cNvGrpSpPr/>
          <p:nvPr/>
        </p:nvGrpSpPr>
        <p:grpSpPr>
          <a:xfrm>
            <a:off x="8150800" y="2295880"/>
            <a:ext cx="312840" cy="424800"/>
            <a:chOff x="10271680" y="3118840"/>
            <a:chExt cx="31284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B95A40E-1AD5-4BC4-BF07-2FD49A39BE28}"/>
                    </a:ext>
                  </a:extLst>
                </p14:cNvPr>
                <p14:cNvContentPartPr/>
                <p14:nvPr/>
              </p14:nvContentPartPr>
              <p14:xfrm>
                <a:off x="10291480" y="3118840"/>
                <a:ext cx="264600" cy="4248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B95A40E-1AD5-4BC4-BF07-2FD49A39BE2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73480" y="3101200"/>
                  <a:ext cx="3002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3958FED-ECB3-4081-BCEE-E1453D260006}"/>
                    </a:ext>
                  </a:extLst>
                </p14:cNvPr>
                <p14:cNvContentPartPr/>
                <p14:nvPr/>
              </p14:nvContentPartPr>
              <p14:xfrm>
                <a:off x="10271680" y="3159520"/>
                <a:ext cx="312840" cy="3078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3958FED-ECB3-4081-BCEE-E1453D26000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53680" y="3141880"/>
                  <a:ext cx="348480" cy="34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906E03A-C547-42B2-83B8-51F025B22323}"/>
              </a:ext>
            </a:extLst>
          </p:cNvPr>
          <p:cNvGrpSpPr/>
          <p:nvPr/>
        </p:nvGrpSpPr>
        <p:grpSpPr>
          <a:xfrm>
            <a:off x="9184425" y="2295880"/>
            <a:ext cx="312840" cy="424800"/>
            <a:chOff x="10271680" y="3118840"/>
            <a:chExt cx="31284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AE977BF-888E-48B4-B3BC-604140A55410}"/>
                    </a:ext>
                  </a:extLst>
                </p14:cNvPr>
                <p14:cNvContentPartPr/>
                <p14:nvPr/>
              </p14:nvContentPartPr>
              <p14:xfrm>
                <a:off x="10291480" y="3118840"/>
                <a:ext cx="264600" cy="4248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AE977BF-888E-48B4-B3BC-604140A5541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73480" y="3101200"/>
                  <a:ext cx="3002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079BE33-D6FE-4033-BBE7-7EA0E168BB4A}"/>
                    </a:ext>
                  </a:extLst>
                </p14:cNvPr>
                <p14:cNvContentPartPr/>
                <p14:nvPr/>
              </p14:nvContentPartPr>
              <p14:xfrm>
                <a:off x="10271680" y="3159520"/>
                <a:ext cx="312840" cy="3078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079BE33-D6FE-4033-BBE7-7EA0E168BB4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53680" y="3141880"/>
                  <a:ext cx="348480" cy="34344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63F6C45-CF2B-4C88-A16D-58C218AFB9DE}"/>
              </a:ext>
            </a:extLst>
          </p:cNvPr>
          <p:cNvCxnSpPr/>
          <p:nvPr/>
        </p:nvCxnSpPr>
        <p:spPr>
          <a:xfrm flipV="1">
            <a:off x="3119120" y="2880361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978D82F-4987-43C8-8D00-5A3F157DD80C}"/>
              </a:ext>
            </a:extLst>
          </p:cNvPr>
          <p:cNvCxnSpPr/>
          <p:nvPr/>
        </p:nvCxnSpPr>
        <p:spPr>
          <a:xfrm flipV="1">
            <a:off x="3759200" y="2865121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33051A4-827D-439B-A855-76E7BBEB7574}"/>
              </a:ext>
            </a:extLst>
          </p:cNvPr>
          <p:cNvCxnSpPr/>
          <p:nvPr/>
        </p:nvCxnSpPr>
        <p:spPr>
          <a:xfrm flipV="1">
            <a:off x="4328160" y="2839721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7EC9024-0F1B-4066-BFB9-1EE703AC7150}"/>
              </a:ext>
            </a:extLst>
          </p:cNvPr>
          <p:cNvCxnSpPr/>
          <p:nvPr/>
        </p:nvCxnSpPr>
        <p:spPr>
          <a:xfrm flipV="1">
            <a:off x="5496560" y="2865121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92700DE-1085-4622-BC84-8A91C2FC2A41}"/>
              </a:ext>
            </a:extLst>
          </p:cNvPr>
          <p:cNvCxnSpPr/>
          <p:nvPr/>
        </p:nvCxnSpPr>
        <p:spPr>
          <a:xfrm flipV="1">
            <a:off x="6050280" y="2895601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A5F02F0-2F31-40F2-80A1-E60854DF46B4}"/>
              </a:ext>
            </a:extLst>
          </p:cNvPr>
          <p:cNvCxnSpPr/>
          <p:nvPr/>
        </p:nvCxnSpPr>
        <p:spPr>
          <a:xfrm flipV="1">
            <a:off x="8150800" y="2865121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DCE09DA-A7BA-4DF8-B8E3-86B2CCB1E4C3}"/>
              </a:ext>
            </a:extLst>
          </p:cNvPr>
          <p:cNvCxnSpPr/>
          <p:nvPr/>
        </p:nvCxnSpPr>
        <p:spPr>
          <a:xfrm flipV="1">
            <a:off x="7429273" y="2880361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B52C9E3-F44A-4C43-8BA0-6B85B00B7355}"/>
              </a:ext>
            </a:extLst>
          </p:cNvPr>
          <p:cNvCxnSpPr/>
          <p:nvPr/>
        </p:nvCxnSpPr>
        <p:spPr>
          <a:xfrm flipV="1">
            <a:off x="8625280" y="2887960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C14ECEF-8246-4941-A0B8-F698C4338F89}"/>
              </a:ext>
            </a:extLst>
          </p:cNvPr>
          <p:cNvCxnSpPr/>
          <p:nvPr/>
        </p:nvCxnSpPr>
        <p:spPr>
          <a:xfrm flipV="1">
            <a:off x="9588840" y="2865121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B3100B0-F155-473A-AD32-56A34B875781}"/>
              </a:ext>
            </a:extLst>
          </p:cNvPr>
          <p:cNvCxnSpPr/>
          <p:nvPr/>
        </p:nvCxnSpPr>
        <p:spPr>
          <a:xfrm flipV="1">
            <a:off x="9978257" y="2890240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3806841-6607-4DAA-A152-DA09D268A8BC}"/>
              </a:ext>
            </a:extLst>
          </p:cNvPr>
          <p:cNvCxnSpPr/>
          <p:nvPr/>
        </p:nvCxnSpPr>
        <p:spPr>
          <a:xfrm flipV="1">
            <a:off x="2621280" y="2895601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DD3E864-2AE8-4605-A8B3-3F4D68D4C283}"/>
              </a:ext>
            </a:extLst>
          </p:cNvPr>
          <p:cNvCxnSpPr/>
          <p:nvPr/>
        </p:nvCxnSpPr>
        <p:spPr>
          <a:xfrm flipV="1">
            <a:off x="1916100" y="2895601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24C43882-5C2B-4DC3-9DC8-C5238F3FE1DC}"/>
              </a:ext>
            </a:extLst>
          </p:cNvPr>
          <p:cNvSpPr txBox="1"/>
          <p:nvPr/>
        </p:nvSpPr>
        <p:spPr>
          <a:xfrm>
            <a:off x="1635496" y="3628902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9785FEF-8CDB-4071-A016-FA035FF889CD}"/>
              </a:ext>
            </a:extLst>
          </p:cNvPr>
          <p:cNvSpPr txBox="1"/>
          <p:nvPr/>
        </p:nvSpPr>
        <p:spPr>
          <a:xfrm>
            <a:off x="2374396" y="3616958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90FD51C-7E5C-45F2-BD38-EA69505382EF}"/>
              </a:ext>
            </a:extLst>
          </p:cNvPr>
          <p:cNvSpPr txBox="1"/>
          <p:nvPr/>
        </p:nvSpPr>
        <p:spPr>
          <a:xfrm>
            <a:off x="2879382" y="3608580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4AE5048-A2DA-4010-AB8F-739025B63594}"/>
              </a:ext>
            </a:extLst>
          </p:cNvPr>
          <p:cNvSpPr txBox="1"/>
          <p:nvPr/>
        </p:nvSpPr>
        <p:spPr>
          <a:xfrm>
            <a:off x="3525286" y="3616958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A1FE9EF-EEC6-4051-A222-F54E23F6C185}"/>
              </a:ext>
            </a:extLst>
          </p:cNvPr>
          <p:cNvSpPr txBox="1"/>
          <p:nvPr/>
        </p:nvSpPr>
        <p:spPr>
          <a:xfrm>
            <a:off x="4094246" y="3608580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91275EC-A660-4635-B4E9-C3895CF6A89C}"/>
              </a:ext>
            </a:extLst>
          </p:cNvPr>
          <p:cNvSpPr txBox="1"/>
          <p:nvPr/>
        </p:nvSpPr>
        <p:spPr>
          <a:xfrm>
            <a:off x="5259205" y="3608580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2CBBD1E-B5D1-4D11-AECC-AFD8550CE90E}"/>
              </a:ext>
            </a:extLst>
          </p:cNvPr>
          <p:cNvSpPr txBox="1"/>
          <p:nvPr/>
        </p:nvSpPr>
        <p:spPr>
          <a:xfrm>
            <a:off x="5872740" y="3616958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248140E-3F94-4218-B189-4C9DFF2F50EE}"/>
              </a:ext>
            </a:extLst>
          </p:cNvPr>
          <p:cNvSpPr txBox="1"/>
          <p:nvPr/>
        </p:nvSpPr>
        <p:spPr>
          <a:xfrm>
            <a:off x="7138422" y="3616958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C5E0668-F34D-4F59-BA3C-A2D4B9964C45}"/>
              </a:ext>
            </a:extLst>
          </p:cNvPr>
          <p:cNvSpPr txBox="1"/>
          <p:nvPr/>
        </p:nvSpPr>
        <p:spPr>
          <a:xfrm>
            <a:off x="7866781" y="3642626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4E477D3-4407-4AFD-A157-24524EF5EC5C}"/>
              </a:ext>
            </a:extLst>
          </p:cNvPr>
          <p:cNvSpPr txBox="1"/>
          <p:nvPr/>
        </p:nvSpPr>
        <p:spPr>
          <a:xfrm>
            <a:off x="8435200" y="3642626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486A968-12E0-4B7F-B55A-24E31408FC7F}"/>
              </a:ext>
            </a:extLst>
          </p:cNvPr>
          <p:cNvSpPr txBox="1"/>
          <p:nvPr/>
        </p:nvSpPr>
        <p:spPr>
          <a:xfrm>
            <a:off x="9399787" y="3608580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F98654C-5B0A-4C68-9D3B-D21570A7565A}"/>
              </a:ext>
            </a:extLst>
          </p:cNvPr>
          <p:cNvSpPr txBox="1"/>
          <p:nvPr/>
        </p:nvSpPr>
        <p:spPr>
          <a:xfrm>
            <a:off x="9779408" y="3616958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21429E8-E5F7-47C4-88F3-A47547CA69EC}"/>
              </a:ext>
            </a:extLst>
          </p:cNvPr>
          <p:cNvSpPr txBox="1"/>
          <p:nvPr/>
        </p:nvSpPr>
        <p:spPr>
          <a:xfrm>
            <a:off x="1291043" y="3616958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A018D42-5E2D-4CAD-A00B-4A119E88E83D}"/>
              </a:ext>
            </a:extLst>
          </p:cNvPr>
          <p:cNvCxnSpPr/>
          <p:nvPr/>
        </p:nvCxnSpPr>
        <p:spPr>
          <a:xfrm flipV="1">
            <a:off x="1534160" y="2905760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6190744E-1950-476E-A298-0EDC48B7F468}"/>
              </a:ext>
            </a:extLst>
          </p:cNvPr>
          <p:cNvCxnSpPr/>
          <p:nvPr/>
        </p:nvCxnSpPr>
        <p:spPr>
          <a:xfrm flipV="1">
            <a:off x="6817400" y="2865121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BACBDADC-9176-42F4-AE1A-3EE3750ED22B}"/>
              </a:ext>
            </a:extLst>
          </p:cNvPr>
          <p:cNvSpPr txBox="1"/>
          <p:nvPr/>
        </p:nvSpPr>
        <p:spPr>
          <a:xfrm>
            <a:off x="6559239" y="3628902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FD46E11C-2834-41D4-97A9-3B007EA5424F}"/>
                  </a:ext>
                </a:extLst>
              </p14:cNvPr>
              <p14:cNvContentPartPr/>
              <p14:nvPr/>
            </p14:nvContentPartPr>
            <p14:xfrm>
              <a:off x="1909480" y="3393280"/>
              <a:ext cx="639360" cy="2088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FD46E11C-2834-41D4-97A9-3B007EA5424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891840" y="3375640"/>
                <a:ext cx="67500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F3A32B34-7DA1-47E5-81FA-332B339DFC92}"/>
                  </a:ext>
                </a:extLst>
              </p14:cNvPr>
              <p14:cNvContentPartPr/>
              <p14:nvPr/>
            </p14:nvContentPartPr>
            <p14:xfrm>
              <a:off x="2471080" y="3317320"/>
              <a:ext cx="93600" cy="14976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F3A32B34-7DA1-47E5-81FA-332B339DFC9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453080" y="3299320"/>
                <a:ext cx="129240" cy="18540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77F560D3-0EFA-4A0F-A656-F1B31BDAE57E}"/>
              </a:ext>
            </a:extLst>
          </p:cNvPr>
          <p:cNvGrpSpPr/>
          <p:nvPr/>
        </p:nvGrpSpPr>
        <p:grpSpPr>
          <a:xfrm>
            <a:off x="1179040" y="3088720"/>
            <a:ext cx="802080" cy="325440"/>
            <a:chOff x="1148560" y="3393520"/>
            <a:chExt cx="802080" cy="32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EF80423-3C10-42F1-B6A3-BDFEB7964E29}"/>
                    </a:ext>
                  </a:extLst>
                </p14:cNvPr>
                <p14:cNvContentPartPr/>
                <p14:nvPr/>
              </p14:nvContentPartPr>
              <p14:xfrm>
                <a:off x="1168000" y="3504040"/>
                <a:ext cx="669960" cy="338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EF80423-3C10-42F1-B6A3-BDFEB7964E2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50000" y="3486400"/>
                  <a:ext cx="7056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1A8699A-3301-4821-8A3F-387680DA7DF9}"/>
                    </a:ext>
                  </a:extLst>
                </p14:cNvPr>
                <p14:cNvContentPartPr/>
                <p14:nvPr/>
              </p14:nvContentPartPr>
              <p14:xfrm>
                <a:off x="1754440" y="3403600"/>
                <a:ext cx="82080" cy="2214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1A8699A-3301-4821-8A3F-387680DA7DF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736800" y="3385600"/>
                  <a:ext cx="11772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915F745-F70A-4C1A-B169-DAA8ADF3720D}"/>
                    </a:ext>
                  </a:extLst>
                </p14:cNvPr>
                <p14:cNvContentPartPr/>
                <p14:nvPr/>
              </p14:nvContentPartPr>
              <p14:xfrm>
                <a:off x="1148560" y="3393520"/>
                <a:ext cx="141480" cy="2001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915F745-F70A-4C1A-B169-DAA8ADF3720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30920" y="3375520"/>
                  <a:ext cx="1771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BD18673-645C-40F2-91C6-0073EBC985AE}"/>
                    </a:ext>
                  </a:extLst>
                </p14:cNvPr>
                <p14:cNvContentPartPr/>
                <p14:nvPr/>
              </p14:nvContentPartPr>
              <p14:xfrm>
                <a:off x="1863520" y="3565600"/>
                <a:ext cx="87120" cy="1533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BD18673-645C-40F2-91C6-0073EBC985A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845520" y="3547960"/>
                  <a:ext cx="122760" cy="18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BA5E5DB9-8C1D-42E1-AF1D-DDD02C4DE153}"/>
              </a:ext>
            </a:extLst>
          </p:cNvPr>
          <p:cNvGrpSpPr/>
          <p:nvPr/>
        </p:nvGrpSpPr>
        <p:grpSpPr>
          <a:xfrm>
            <a:off x="3067960" y="2976760"/>
            <a:ext cx="679320" cy="231840"/>
            <a:chOff x="3037480" y="3281560"/>
            <a:chExt cx="679320" cy="23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CB6B040-8283-461F-815F-D0388ED36AB3}"/>
                    </a:ext>
                  </a:extLst>
                </p14:cNvPr>
                <p14:cNvContentPartPr/>
                <p14:nvPr/>
              </p14:nvContentPartPr>
              <p14:xfrm>
                <a:off x="3088240" y="3412960"/>
                <a:ext cx="628560" cy="212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CB6B040-8283-461F-815F-D0388ED36AB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070600" y="3394960"/>
                  <a:ext cx="6642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85589B4-AF91-4A69-AE37-94E1159FDB34}"/>
                    </a:ext>
                  </a:extLst>
                </p14:cNvPr>
                <p14:cNvContentPartPr/>
                <p14:nvPr/>
              </p14:nvContentPartPr>
              <p14:xfrm>
                <a:off x="3037480" y="3291640"/>
                <a:ext cx="164160" cy="2217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85589B4-AF91-4A69-AE37-94E1159FDB3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019480" y="3274000"/>
                  <a:ext cx="19980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24A44DB-8F2F-47D2-8B98-6DFDDDD430FB}"/>
                    </a:ext>
                  </a:extLst>
                </p14:cNvPr>
                <p14:cNvContentPartPr/>
                <p14:nvPr/>
              </p14:nvContentPartPr>
              <p14:xfrm>
                <a:off x="3576040" y="3281560"/>
                <a:ext cx="99720" cy="1720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24A44DB-8F2F-47D2-8B98-6DFDDDD430F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558040" y="3263920"/>
                  <a:ext cx="135360" cy="20772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A925229C-E218-4751-98CE-8C1082BDEE69}"/>
              </a:ext>
            </a:extLst>
          </p:cNvPr>
          <p:cNvCxnSpPr/>
          <p:nvPr/>
        </p:nvCxnSpPr>
        <p:spPr>
          <a:xfrm flipV="1">
            <a:off x="9062371" y="2875914"/>
            <a:ext cx="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89616537-1800-4375-A4B2-CC5FE07C839B}"/>
              </a:ext>
            </a:extLst>
          </p:cNvPr>
          <p:cNvSpPr txBox="1"/>
          <p:nvPr/>
        </p:nvSpPr>
        <p:spPr>
          <a:xfrm>
            <a:off x="8800537" y="3619371"/>
            <a:ext cx="4678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\b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A3DC4FEE-05EF-4D75-9D18-D84CDD0DC3C2}"/>
                  </a:ext>
                </a:extLst>
              </p14:cNvPr>
              <p14:cNvContentPartPr/>
              <p14:nvPr/>
            </p14:nvContentPartPr>
            <p14:xfrm>
              <a:off x="9123160" y="3301120"/>
              <a:ext cx="792000" cy="2124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A3DC4FEE-05EF-4D75-9D18-D84CDD0DC3C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105160" y="3283480"/>
                <a:ext cx="82764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A35159DD-862D-4023-8633-373DADB97335}"/>
                  </a:ext>
                </a:extLst>
              </p14:cNvPr>
              <p14:cNvContentPartPr/>
              <p14:nvPr/>
            </p14:nvContentPartPr>
            <p14:xfrm>
              <a:off x="9834520" y="3189880"/>
              <a:ext cx="114480" cy="21240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A35159DD-862D-4023-8633-373DADB9733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816520" y="3172240"/>
                <a:ext cx="150120" cy="24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A8EE22F4-BD12-4A93-A983-EED0013EC1FD}"/>
              </a:ext>
            </a:extLst>
          </p:cNvPr>
          <p:cNvGrpSpPr/>
          <p:nvPr/>
        </p:nvGrpSpPr>
        <p:grpSpPr>
          <a:xfrm>
            <a:off x="8574880" y="2946160"/>
            <a:ext cx="711720" cy="537480"/>
            <a:chOff x="8544400" y="3250960"/>
            <a:chExt cx="711720" cy="53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DFEACF8-C358-4BFF-8B8A-1A6FE2F4ECFC}"/>
                    </a:ext>
                  </a:extLst>
                </p14:cNvPr>
                <p14:cNvContentPartPr/>
                <p14:nvPr/>
              </p14:nvContentPartPr>
              <p14:xfrm>
                <a:off x="8594800" y="3423760"/>
                <a:ext cx="405720" cy="3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DFEACF8-C358-4BFF-8B8A-1A6FE2F4ECF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577160" y="3405760"/>
                  <a:ext cx="4413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C6EB2DF-9C58-4206-8DFB-12C48A8FBB75}"/>
                    </a:ext>
                  </a:extLst>
                </p14:cNvPr>
                <p14:cNvContentPartPr/>
                <p14:nvPr/>
              </p14:nvContentPartPr>
              <p14:xfrm>
                <a:off x="8960560" y="3321880"/>
                <a:ext cx="93600" cy="1731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C6EB2DF-9C58-4206-8DFB-12C48A8FBB7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942920" y="3304240"/>
                  <a:ext cx="12924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B49AC94-AEA9-4B7C-9282-6C724D55F3C6}"/>
                    </a:ext>
                  </a:extLst>
                </p14:cNvPr>
                <p14:cNvContentPartPr/>
                <p14:nvPr/>
              </p14:nvContentPartPr>
              <p14:xfrm>
                <a:off x="8544400" y="3250960"/>
                <a:ext cx="132480" cy="2635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B49AC94-AEA9-4B7C-9282-6C724D55F3C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526400" y="3232960"/>
                  <a:ext cx="16812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D24EB4F-4E1A-4E19-B272-0520B92723F8}"/>
                    </a:ext>
                  </a:extLst>
                </p14:cNvPr>
                <p14:cNvContentPartPr/>
                <p14:nvPr/>
              </p14:nvContentPartPr>
              <p14:xfrm>
                <a:off x="9034000" y="3464440"/>
                <a:ext cx="222120" cy="3240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D24EB4F-4E1A-4E19-B272-0520B92723F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016000" y="3446800"/>
                  <a:ext cx="257760" cy="359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47B048D8-CD4A-4530-BDB8-174D089D9536}"/>
                  </a:ext>
                </a:extLst>
              </p14:cNvPr>
              <p14:cNvContentPartPr/>
              <p14:nvPr/>
            </p14:nvContentPartPr>
            <p14:xfrm>
              <a:off x="7436920" y="3291400"/>
              <a:ext cx="649440" cy="5148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47B048D8-CD4A-4530-BDB8-174D089D953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418920" y="3273760"/>
                <a:ext cx="68508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C398E624-58B7-4B95-9311-1B66DBD5416B}"/>
                  </a:ext>
                </a:extLst>
              </p14:cNvPr>
              <p14:cNvContentPartPr/>
              <p14:nvPr/>
            </p14:nvContentPartPr>
            <p14:xfrm>
              <a:off x="8010760" y="3199960"/>
              <a:ext cx="111600" cy="19368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C398E624-58B7-4B95-9311-1B66DBD5416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993120" y="3182320"/>
                <a:ext cx="147240" cy="22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83" name="Group 82">
            <a:extLst>
              <a:ext uri="{FF2B5EF4-FFF2-40B4-BE49-F238E27FC236}">
                <a16:creationId xmlns:a16="http://schemas.microsoft.com/office/drawing/2014/main" id="{5AB28FB4-0E83-4B4E-8F2D-B2079FD6D0C2}"/>
              </a:ext>
            </a:extLst>
          </p:cNvPr>
          <p:cNvGrpSpPr/>
          <p:nvPr/>
        </p:nvGrpSpPr>
        <p:grpSpPr>
          <a:xfrm>
            <a:off x="6786400" y="3007000"/>
            <a:ext cx="766080" cy="403560"/>
            <a:chOff x="6755920" y="3311800"/>
            <a:chExt cx="766080" cy="40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04B3F17-EFDA-474B-87EF-E4DFF4215DC2}"/>
                    </a:ext>
                  </a:extLst>
                </p14:cNvPr>
                <p14:cNvContentPartPr/>
                <p14:nvPr/>
              </p14:nvContentPartPr>
              <p14:xfrm>
                <a:off x="6755920" y="3464440"/>
                <a:ext cx="618840" cy="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04B3F17-EFDA-474B-87EF-E4DFF4215DC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738280" y="3446800"/>
                  <a:ext cx="654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FCC85DA-869D-4815-9A91-B45FF3330FCD}"/>
                    </a:ext>
                  </a:extLst>
                </p14:cNvPr>
                <p14:cNvContentPartPr/>
                <p14:nvPr/>
              </p14:nvContentPartPr>
              <p14:xfrm>
                <a:off x="7274320" y="3321880"/>
                <a:ext cx="92160" cy="1731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FCC85DA-869D-4815-9A91-B45FF3330FC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256680" y="3304240"/>
                  <a:ext cx="1278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0420917-50E3-4161-945D-B0F3F5366ABB}"/>
                    </a:ext>
                  </a:extLst>
                </p14:cNvPr>
                <p14:cNvContentPartPr/>
                <p14:nvPr/>
              </p14:nvContentPartPr>
              <p14:xfrm>
                <a:off x="6780040" y="3311800"/>
                <a:ext cx="117360" cy="2239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0420917-50E3-4161-945D-B0F3F5366AB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762400" y="3294160"/>
                  <a:ext cx="1530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AA80394-4011-43A6-87CF-DA88DF983886}"/>
                    </a:ext>
                  </a:extLst>
                </p14:cNvPr>
                <p14:cNvContentPartPr/>
                <p14:nvPr/>
              </p14:nvContentPartPr>
              <p14:xfrm>
                <a:off x="7307800" y="3403600"/>
                <a:ext cx="57960" cy="1447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AA80394-4011-43A6-87CF-DA88DF98388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290160" y="3385600"/>
                  <a:ext cx="936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ECC62D7-3CB9-4A33-A21B-DCBEAA5E3A86}"/>
                    </a:ext>
                  </a:extLst>
                </p14:cNvPr>
                <p14:cNvContentPartPr/>
                <p14:nvPr/>
              </p14:nvContentPartPr>
              <p14:xfrm>
                <a:off x="7394560" y="3504760"/>
                <a:ext cx="127440" cy="2106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ECC62D7-3CB9-4A33-A21B-DCBEAA5E3A8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376920" y="3487120"/>
                  <a:ext cx="163080" cy="24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FBB4232A-768B-4CE3-B800-E2EE5EB618C6}"/>
                  </a:ext>
                </a:extLst>
              </p14:cNvPr>
              <p14:cNvContentPartPr/>
              <p14:nvPr/>
            </p14:nvContentPartPr>
            <p14:xfrm>
              <a:off x="963520" y="2863600"/>
              <a:ext cx="1059840" cy="42912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FBB4232A-768B-4CE3-B800-E2EE5EB618C6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954520" y="2854600"/>
                <a:ext cx="1077480" cy="44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9B156241-D521-48CB-8557-7983536D471C}"/>
                  </a:ext>
                </a:extLst>
              </p14:cNvPr>
              <p14:cNvContentPartPr/>
              <p14:nvPr/>
            </p14:nvContentPartPr>
            <p14:xfrm>
              <a:off x="8990800" y="2986360"/>
              <a:ext cx="1241280" cy="55008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9B156241-D521-48CB-8557-7983536D471C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981800" y="2977720"/>
                <a:ext cx="1258920" cy="56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97" name="Group 96">
            <a:extLst>
              <a:ext uri="{FF2B5EF4-FFF2-40B4-BE49-F238E27FC236}">
                <a16:creationId xmlns:a16="http://schemas.microsoft.com/office/drawing/2014/main" id="{3F2A0B28-978F-4916-AFB9-995D171D0888}"/>
              </a:ext>
            </a:extLst>
          </p:cNvPr>
          <p:cNvGrpSpPr/>
          <p:nvPr/>
        </p:nvGrpSpPr>
        <p:grpSpPr>
          <a:xfrm>
            <a:off x="6652960" y="2844160"/>
            <a:ext cx="937800" cy="499680"/>
            <a:chOff x="6652960" y="2844160"/>
            <a:chExt cx="937800" cy="49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E5806E5-12E7-469E-96C6-4C26C45D0D81}"/>
                    </a:ext>
                  </a:extLst>
                </p14:cNvPr>
                <p14:cNvContentPartPr/>
                <p14:nvPr/>
              </p14:nvContentPartPr>
              <p14:xfrm>
                <a:off x="6652960" y="2844160"/>
                <a:ext cx="937800" cy="4996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E5806E5-12E7-469E-96C6-4C26C45D0D8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644320" y="2835160"/>
                  <a:ext cx="955440" cy="51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1472E2A-45EF-4243-A401-FA806A12580B}"/>
                    </a:ext>
                  </a:extLst>
                </p14:cNvPr>
                <p14:cNvContentPartPr/>
                <p14:nvPr/>
              </p14:nvContentPartPr>
              <p14:xfrm>
                <a:off x="7131760" y="2905720"/>
                <a:ext cx="163080" cy="2826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1472E2A-45EF-4243-A401-FA806A12580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123120" y="2897080"/>
                  <a:ext cx="18072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5F52F24-250B-4A63-8C08-988FC15A7C4C}"/>
                    </a:ext>
                  </a:extLst>
                </p14:cNvPr>
                <p14:cNvContentPartPr/>
                <p14:nvPr/>
              </p14:nvContentPartPr>
              <p14:xfrm>
                <a:off x="7131760" y="2946040"/>
                <a:ext cx="171000" cy="2041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5F52F24-250B-4A63-8C08-988FC15A7C4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123120" y="2937400"/>
                  <a:ext cx="188640" cy="22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B77480D9-D1CB-4FF5-B2F9-4FBA65EFAA9D}"/>
              </a:ext>
            </a:extLst>
          </p:cNvPr>
          <p:cNvGrpSpPr/>
          <p:nvPr/>
        </p:nvGrpSpPr>
        <p:grpSpPr>
          <a:xfrm>
            <a:off x="9531160" y="3027760"/>
            <a:ext cx="141120" cy="275040"/>
            <a:chOff x="9531160" y="3027760"/>
            <a:chExt cx="141120" cy="27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6774784-C932-45C0-8767-D927732DCEEC}"/>
                    </a:ext>
                  </a:extLst>
                </p14:cNvPr>
                <p14:cNvContentPartPr/>
                <p14:nvPr/>
              </p14:nvContentPartPr>
              <p14:xfrm>
                <a:off x="9531160" y="3027760"/>
                <a:ext cx="141120" cy="2750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6774784-C932-45C0-8767-D927732DCEE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522160" y="3018760"/>
                  <a:ext cx="15876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99CE654-4113-4235-A5E4-5A33A54D5101}"/>
                    </a:ext>
                  </a:extLst>
                </p14:cNvPr>
                <p14:cNvContentPartPr/>
                <p14:nvPr/>
              </p14:nvContentPartPr>
              <p14:xfrm>
                <a:off x="9549880" y="3068080"/>
                <a:ext cx="56160" cy="1368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99CE654-4113-4235-A5E4-5A33A54D510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541240" y="3059080"/>
                  <a:ext cx="73800" cy="15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19BC0F00-16F8-4A35-8AFD-C2CAABD380B5}"/>
              </a:ext>
            </a:extLst>
          </p:cNvPr>
          <p:cNvGrpSpPr/>
          <p:nvPr/>
        </p:nvGrpSpPr>
        <p:grpSpPr>
          <a:xfrm>
            <a:off x="1480120" y="2915800"/>
            <a:ext cx="247320" cy="260280"/>
            <a:chOff x="1480120" y="2915800"/>
            <a:chExt cx="247320" cy="26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BD35A4A-D239-4DD8-A214-0AC53B65506A}"/>
                    </a:ext>
                  </a:extLst>
                </p14:cNvPr>
                <p14:cNvContentPartPr/>
                <p14:nvPr/>
              </p14:nvContentPartPr>
              <p14:xfrm>
                <a:off x="1480120" y="2935960"/>
                <a:ext cx="247320" cy="2401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BD35A4A-D239-4DD8-A214-0AC53B65506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471480" y="2927320"/>
                  <a:ext cx="26496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83B23C2-9B3E-4C23-AA77-CD2EBB986CF2}"/>
                    </a:ext>
                  </a:extLst>
                </p14:cNvPr>
                <p14:cNvContentPartPr/>
                <p14:nvPr/>
              </p14:nvContentPartPr>
              <p14:xfrm>
                <a:off x="1544200" y="2915800"/>
                <a:ext cx="90360" cy="1324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83B23C2-9B3E-4C23-AA77-CD2EBB986CF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535200" y="2907160"/>
                  <a:ext cx="108000" cy="1501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02" name="Picture 101">
            <a:extLst>
              <a:ext uri="{FF2B5EF4-FFF2-40B4-BE49-F238E27FC236}">
                <a16:creationId xmlns:a16="http://schemas.microsoft.com/office/drawing/2014/main" id="{F46C9824-7BEA-4EA4-AF2F-2AF486073DD3}"/>
              </a:ext>
            </a:extLst>
          </p:cNvPr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1136949" y="4267466"/>
            <a:ext cx="9552618" cy="2480108"/>
          </a:xfrm>
          <a:prstGeom prst="rect">
            <a:avLst/>
          </a:prstGeom>
        </p:spPr>
      </p:pic>
      <p:sp>
        <p:nvSpPr>
          <p:cNvPr id="101" name="TextBox 100">
            <a:extLst>
              <a:ext uri="{FF2B5EF4-FFF2-40B4-BE49-F238E27FC236}">
                <a16:creationId xmlns:a16="http://schemas.microsoft.com/office/drawing/2014/main" id="{7B5C7929-357A-CDF1-7D6E-834C5B80FFAF}"/>
              </a:ext>
            </a:extLst>
          </p:cNvPr>
          <p:cNvSpPr txBox="1"/>
          <p:nvPr/>
        </p:nvSpPr>
        <p:spPr>
          <a:xfrm>
            <a:off x="7937084" y="1047648"/>
            <a:ext cx="12755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[a-zA-Z0-9_]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9494686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6D6FCD-CD27-4D2A-B56F-7548EC367679}"/>
              </a:ext>
            </a:extLst>
          </p:cNvPr>
          <p:cNvSpPr txBox="1"/>
          <p:nvPr/>
        </p:nvSpPr>
        <p:spPr>
          <a:xfrm>
            <a:off x="1471006" y="514908"/>
            <a:ext cx="102589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7030A0"/>
                </a:solidFill>
                <a:latin typeface="Consolas" panose="020B0609020204030204" pitchFamily="49" charset="0"/>
              </a:rPr>
              <a:t>-w</a:t>
            </a:r>
            <a:r>
              <a:rPr lang="en-US" sz="3600" dirty="0">
                <a:solidFill>
                  <a:schemeClr val="accent5"/>
                </a:solidFill>
                <a:latin typeface="Consolas" panose="020B0609020204030204" pitchFamily="49" charset="0"/>
              </a:rPr>
              <a:t> : </a:t>
            </a:r>
            <a:r>
              <a:rPr lang="en-GB" sz="3600" dirty="0">
                <a:solidFill>
                  <a:schemeClr val="accent5"/>
                </a:solidFill>
                <a:latin typeface="Consolas" panose="020B0609020204030204" pitchFamily="49" charset="0"/>
              </a:rPr>
              <a:t>is a whole-word search shortcut</a:t>
            </a:r>
            <a:endParaRPr lang="en-US" sz="36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pic>
        <p:nvPicPr>
          <p:cNvPr id="95" name="Picture 2" descr="Versus vs letters fight text brush Royalty Free Vector Image">
            <a:extLst>
              <a:ext uri="{FF2B5EF4-FFF2-40B4-BE49-F238E27FC236}">
                <a16:creationId xmlns:a16="http://schemas.microsoft.com/office/drawing/2014/main" id="{3010EB91-BC01-44D6-BA4A-7A4D3F76FE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20" t="3533" r="12469" b="13148"/>
          <a:stretch/>
        </p:blipFill>
        <p:spPr bwMode="auto">
          <a:xfrm>
            <a:off x="34717" y="131996"/>
            <a:ext cx="1224539" cy="1547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F4B9A1-6B30-F8D8-EF61-0C477A1F33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9256" y="1886145"/>
            <a:ext cx="8107776" cy="99773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594140F-7D13-7840-D237-0EA8A00F63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9256" y="2883876"/>
            <a:ext cx="8107776" cy="211507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A34D066-172A-A10E-5BE8-C763A4EAD2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9256" y="4998949"/>
            <a:ext cx="8107776" cy="106504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94E511F-C1E9-9E45-5758-613DA62EFF4E}"/>
              </a:ext>
            </a:extLst>
          </p:cNvPr>
          <p:cNvSpPr txBox="1"/>
          <p:nvPr/>
        </p:nvSpPr>
        <p:spPr>
          <a:xfrm>
            <a:off x="5757705" y="2610479"/>
            <a:ext cx="246606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!</a:t>
            </a:r>
            <a:r>
              <a:rPr lang="en-US" dirty="0"/>
              <a:t> is not a word character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69BF2F3-ECF0-98D5-FBB4-6527C691802C}"/>
              </a:ext>
            </a:extLst>
          </p:cNvPr>
          <p:cNvSpPr txBox="1"/>
          <p:nvPr/>
        </p:nvSpPr>
        <p:spPr>
          <a:xfrm>
            <a:off x="9911945" y="143298"/>
            <a:ext cx="20297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[a-zA-Z0-9_]+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DE08DA-0615-9E7A-ADD0-4BCC63653444}"/>
              </a:ext>
            </a:extLst>
          </p:cNvPr>
          <p:cNvSpPr txBox="1"/>
          <p:nvPr/>
        </p:nvSpPr>
        <p:spPr>
          <a:xfrm>
            <a:off x="1348336" y="1434636"/>
            <a:ext cx="28248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match only whole words</a:t>
            </a:r>
          </a:p>
        </p:txBody>
      </p:sp>
    </p:spTree>
    <p:extLst>
      <p:ext uri="{BB962C8B-B14F-4D97-AF65-F5344CB8AC3E}">
        <p14:creationId xmlns:p14="http://schemas.microsoft.com/office/powerpoint/2010/main" val="32117280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6539B0-F29B-4980-94B1-FF2D4EABA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9129" y="0"/>
            <a:ext cx="8696084" cy="6858000"/>
          </a:xfrm>
          <a:prstGeom prst="rect">
            <a:avLst/>
          </a:prstGeom>
        </p:spPr>
      </p:pic>
      <p:pic>
        <p:nvPicPr>
          <p:cNvPr id="2050" name="Picture 2" descr="Icon Computer Bugs - Vector Illustration Stock Vector - Illustration of  error, programming: 191525660">
            <a:extLst>
              <a:ext uri="{FF2B5EF4-FFF2-40B4-BE49-F238E27FC236}">
                <a16:creationId xmlns:a16="http://schemas.microsoft.com/office/drawing/2014/main" id="{7D0CD0C1-0673-4C45-88FE-C002C9F527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15365"/>
            <a:ext cx="2543175" cy="180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2EFF0C6-0AB5-46E3-AD49-F0EA39488293}"/>
              </a:ext>
            </a:extLst>
          </p:cNvPr>
          <p:cNvSpPr txBox="1"/>
          <p:nvPr/>
        </p:nvSpPr>
        <p:spPr>
          <a:xfrm>
            <a:off x="166562" y="257907"/>
            <a:ext cx="2543175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Test the patten in a text file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6A3CC7-8E12-45DC-A987-6B85021777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2523" y="4630072"/>
            <a:ext cx="7049477" cy="222792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9F4308D-E666-4C5A-A4C5-71D685B9F48F}"/>
              </a:ext>
            </a:extLst>
          </p:cNvPr>
          <p:cNvSpPr/>
          <p:nvPr/>
        </p:nvSpPr>
        <p:spPr>
          <a:xfrm>
            <a:off x="5165972" y="5220677"/>
            <a:ext cx="930028" cy="16373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A74F30-E1A8-457B-B369-1B48BF6DA3CB}"/>
              </a:ext>
            </a:extLst>
          </p:cNvPr>
          <p:cNvSpPr/>
          <p:nvPr/>
        </p:nvSpPr>
        <p:spPr>
          <a:xfrm>
            <a:off x="9057857" y="5220676"/>
            <a:ext cx="1266266" cy="1637323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A48F00-F398-4432-D7DF-C5D664775E8A}"/>
              </a:ext>
            </a:extLst>
          </p:cNvPr>
          <p:cNvSpPr txBox="1"/>
          <p:nvPr/>
        </p:nvSpPr>
        <p:spPr>
          <a:xfrm>
            <a:off x="7593340" y="753207"/>
            <a:ext cx="1837379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Search names</a:t>
            </a:r>
          </a:p>
        </p:txBody>
      </p:sp>
    </p:spTree>
    <p:extLst>
      <p:ext uri="{BB962C8B-B14F-4D97-AF65-F5344CB8AC3E}">
        <p14:creationId xmlns:p14="http://schemas.microsoft.com/office/powerpoint/2010/main" val="7894808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FE1626-7697-118E-9848-DF461E85D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4506" y="1410943"/>
            <a:ext cx="7499425" cy="27462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7576F1-D9B0-3CE7-AC73-BE0366242FDB}"/>
              </a:ext>
            </a:extLst>
          </p:cNvPr>
          <p:cNvSpPr txBox="1"/>
          <p:nvPr/>
        </p:nvSpPr>
        <p:spPr>
          <a:xfrm>
            <a:off x="1828799" y="491801"/>
            <a:ext cx="897853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Arial"/>
              </a:rPr>
              <a:t>Whitespace is not always just one visible space</a:t>
            </a:r>
            <a:endParaRPr lang="en-GB" sz="2400" dirty="0"/>
          </a:p>
          <a:p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AA0000"/>
                </a:solidFill>
                <a:effectLst/>
                <a:latin typeface="Verdana" panose="020B0604030504040204" pitchFamily="34" charset="0"/>
              </a:rPr>
              <a:t>\</a:t>
            </a:r>
            <a:r>
              <a:rPr lang="en-US" altLang="en-US" sz="2400" b="1" dirty="0">
                <a:solidFill>
                  <a:srgbClr val="AA0000"/>
                </a:solidFill>
                <a:latin typeface="Verdana" panose="020B0604030504040204" pitchFamily="34" charset="0"/>
              </a:rPr>
              <a:t>s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</a:rPr>
              <a:t> represents a list of characters</a:t>
            </a:r>
            <a:endParaRPr lang="en-US" sz="24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00344E1-689D-E963-F61A-9582AF07C8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3612121"/>
              </p:ext>
            </p:extLst>
          </p:nvPr>
        </p:nvGraphicFramePr>
        <p:xfrm>
          <a:off x="1156719" y="4233428"/>
          <a:ext cx="10322696" cy="2011680"/>
        </p:xfrm>
        <a:graphic>
          <a:graphicData uri="http://schemas.openxmlformats.org/drawingml/2006/table">
            <a:tbl>
              <a:tblPr/>
              <a:tblGrid>
                <a:gridCol w="2516777">
                  <a:extLst>
                    <a:ext uri="{9D8B030D-6E8A-4147-A177-3AD203B41FA5}">
                      <a16:colId xmlns:a16="http://schemas.microsoft.com/office/drawing/2014/main" val="3156464077"/>
                    </a:ext>
                  </a:extLst>
                </a:gridCol>
                <a:gridCol w="3265715">
                  <a:extLst>
                    <a:ext uri="{9D8B030D-6E8A-4147-A177-3AD203B41FA5}">
                      <a16:colId xmlns:a16="http://schemas.microsoft.com/office/drawing/2014/main" val="1940280307"/>
                    </a:ext>
                  </a:extLst>
                </a:gridCol>
                <a:gridCol w="4540204">
                  <a:extLst>
                    <a:ext uri="{9D8B030D-6E8A-4147-A177-3AD203B41FA5}">
                      <a16:colId xmlns:a16="http://schemas.microsoft.com/office/drawing/2014/main" val="1931640456"/>
                    </a:ext>
                  </a:extLst>
                </a:gridCol>
              </a:tblGrid>
              <a:tr h="193098">
                <a:tc>
                  <a:txBody>
                    <a:bodyPr/>
                    <a:lstStyle/>
                    <a:p>
                      <a:pPr algn="l" fontAlgn="b"/>
                      <a:r>
                        <a:rPr lang="en-US" b="1">
                          <a:effectLst/>
                        </a:rPr>
                        <a:t>Aspect</a:t>
                      </a:r>
                    </a:p>
                  </a:txBody>
                  <a:tcPr anchor="b">
                    <a:lnL w="7620" cap="flat" cmpd="sng" algn="ctr">
                      <a:solidFill>
                        <a:srgbClr val="70D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0D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70D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C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b="1">
                          <a:effectLst/>
                        </a:rPr>
                        <a:t>Unix/Linux</a:t>
                      </a:r>
                    </a:p>
                  </a:txBody>
                  <a:tcPr anchor="b">
                    <a:lnL w="7620" cap="flat" cmpd="sng" algn="ctr">
                      <a:solidFill>
                        <a:srgbClr val="10D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D2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0DA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D4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b="1">
                          <a:effectLst/>
                        </a:rPr>
                        <a:t>Windows</a:t>
                      </a:r>
                    </a:p>
                  </a:txBody>
                  <a:tcPr anchor="b">
                    <a:lnL w="7620" cap="flat" cmpd="sng" algn="ctr">
                      <a:solidFill>
                        <a:srgbClr val="30D2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D2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D2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0D4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462456"/>
                  </a:ext>
                </a:extLst>
              </a:tr>
              <a:tr h="193098">
                <a:tc>
                  <a:txBody>
                    <a:bodyPr/>
                    <a:lstStyle/>
                    <a:p>
                      <a:pPr algn="l" fontAlgn="base"/>
                      <a:r>
                        <a:rPr lang="en-US" b="1">
                          <a:effectLst/>
                        </a:rPr>
                        <a:t>Newline Representation</a:t>
                      </a:r>
                      <a:endParaRPr lang="en-US" b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F0C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4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C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DC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b="0" dirty="0">
                          <a:effectLst/>
                        </a:rPr>
                        <a:t>\n(LF)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0D4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4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D4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0CB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b="0">
                          <a:effectLst/>
                        </a:rPr>
                        <a:t>\r\n(CR+LF)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0D4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0D4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0D4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60DB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9597429"/>
                  </a:ext>
                </a:extLst>
              </a:tr>
              <a:tr h="193098">
                <a:tc>
                  <a:txBody>
                    <a:bodyPr/>
                    <a:lstStyle/>
                    <a:p>
                      <a:pPr algn="l" fontAlgn="base"/>
                      <a:r>
                        <a:rPr lang="en-US" b="1">
                          <a:effectLst/>
                        </a:rPr>
                        <a:t>Number of Characters</a:t>
                      </a:r>
                      <a:endParaRPr lang="en-US" b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B0DC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0CB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0DC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70D0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b="0">
                          <a:effectLst/>
                        </a:rPr>
                        <a:t>1 character</a:t>
                      </a:r>
                    </a:p>
                  </a:txBody>
                  <a:tcPr anchor="ctr">
                    <a:lnL w="7620" cap="flat" cmpd="sng" algn="ctr">
                      <a:solidFill>
                        <a:srgbClr val="A0CB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DB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0CB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0D6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b="0">
                          <a:effectLst/>
                        </a:rPr>
                        <a:t>2 characters</a:t>
                      </a:r>
                    </a:p>
                  </a:txBody>
                  <a:tcPr anchor="ctr">
                    <a:lnL w="7620" cap="flat" cmpd="sng" algn="ctr">
                      <a:solidFill>
                        <a:srgbClr val="60DB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60DB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60DB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C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0500492"/>
                  </a:ext>
                </a:extLst>
              </a:tr>
              <a:tr h="484214">
                <a:tc>
                  <a:txBody>
                    <a:bodyPr/>
                    <a:lstStyle/>
                    <a:p>
                      <a:pPr algn="l" fontAlgn="base"/>
                      <a:r>
                        <a:rPr lang="en-US" b="1">
                          <a:effectLst/>
                        </a:rPr>
                        <a:t>Compatibility Issues</a:t>
                      </a:r>
                      <a:endParaRPr lang="en-US" b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70D0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0D6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70D0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70D0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GB" b="0" dirty="0">
                          <a:effectLst/>
                        </a:rPr>
                        <a:t>Files created on Unix may appear as a single line on Windows if not converted.</a:t>
                      </a:r>
                    </a:p>
                  </a:txBody>
                  <a:tcPr anchor="ctr">
                    <a:lnL w="7620" cap="flat" cmpd="sng" algn="ctr">
                      <a:solidFill>
                        <a:srgbClr val="20D6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0C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0D6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0D6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GB" b="0" dirty="0">
                          <a:effectLst/>
                        </a:rPr>
                        <a:t>Files created on Windows may have extra ^M characters (visible representation of\r) on Unix if not converted.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0C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0C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0C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C7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4271652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92BB0FED-EF63-C504-EF65-43EE4E15B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4506" y="408099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57886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7548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66409E"/>
                </a:solidFill>
                <a:latin typeface="Arial"/>
              </a:rPr>
              <a:t>Section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A2B56"/>
                </a:solidFill>
                <a:latin typeface="Arial"/>
              </a:rPr>
              <a:t>Improving Match Precision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90195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5F5F5F"/>
                </a:solidFill>
                <a:latin typeface="Arial"/>
              </a:rPr>
              <a:t>Lookaround and other techniques for reducing false positives.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2606040"/>
            <a:ext cx="7589520" cy="54864"/>
          </a:xfrm>
          <a:prstGeom prst="rect">
            <a:avLst/>
          </a:prstGeom>
          <a:solidFill>
            <a:srgbClr val="664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2971800"/>
            <a:ext cx="10469880" cy="1920240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664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218688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28600">
              <a:spcAft>
                <a:spcPts val="600"/>
              </a:spcAft>
              <a:defRPr sz="2200">
                <a:solidFill>
                  <a:srgbClr val="232323"/>
                </a:solidFill>
                <a:latin typeface="Arial"/>
              </a:defRPr>
            </a:pPr>
            <a:r>
              <a:rPr sz="2000">
                <a:latin typeface="Arial"/>
              </a:rPr>
              <a:t>• Use context to reduce false positives.</a:t>
            </a:r>
          </a:p>
          <a:p>
            <a:pPr marL="285750" indent="-228600">
              <a:spcAft>
                <a:spcPts val="600"/>
              </a:spcAft>
              <a:defRPr sz="2200">
                <a:solidFill>
                  <a:srgbClr val="232323"/>
                </a:solidFill>
                <a:latin typeface="Arial"/>
              </a:defRPr>
            </a:pPr>
            <a:r>
              <a:rPr sz="2000">
                <a:latin typeface="Arial"/>
              </a:rPr>
              <a:t>• Apply lookahead/lookbehind only when the regex engine supports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266097-1D57-4FAA-9A63-E2A8D183F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175" y="176110"/>
            <a:ext cx="1925649" cy="29474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75CFDD-B5B9-4783-A2B3-1BEB0244D14A}"/>
              </a:ext>
            </a:extLst>
          </p:cNvPr>
          <p:cNvSpPr txBox="1"/>
          <p:nvPr/>
        </p:nvSpPr>
        <p:spPr>
          <a:xfrm>
            <a:off x="7434311" y="1182251"/>
            <a:ext cx="18447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look ahead</a:t>
            </a:r>
          </a:p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xxx</a:t>
            </a:r>
            <a:r>
              <a:rPr lang="en-US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(?=</a:t>
            </a:r>
            <a:r>
              <a:rPr lang="en-US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foo</a:t>
            </a:r>
            <a:r>
              <a:rPr lang="en-US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54E2D2-7965-4DDF-AB29-113830734652}"/>
              </a:ext>
            </a:extLst>
          </p:cNvPr>
          <p:cNvSpPr txBox="1"/>
          <p:nvPr/>
        </p:nvSpPr>
        <p:spPr>
          <a:xfrm>
            <a:off x="2579042" y="1246953"/>
            <a:ext cx="19256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look behind</a:t>
            </a:r>
          </a:p>
          <a:p>
            <a:r>
              <a:rPr lang="en-US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(?&lt;=</a:t>
            </a:r>
            <a:r>
              <a:rPr lang="en-US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foo</a:t>
            </a:r>
            <a:r>
              <a:rPr lang="en-US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xxx</a:t>
            </a:r>
            <a:r>
              <a:rPr lang="en-US" b="1" i="0" dirty="0">
                <a:solidFill>
                  <a:schemeClr val="accent6"/>
                </a:solidFill>
                <a:effectLst/>
                <a:latin typeface="verdana" panose="020B0604030504040204" pitchFamily="34" charset="0"/>
              </a:rPr>
              <a:t> </a:t>
            </a:r>
            <a:endParaRPr lang="en-US" dirty="0">
              <a:solidFill>
                <a:schemeClr val="accent6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615C25C-5CAD-457B-9AF3-581EDAAE97DE}"/>
              </a:ext>
            </a:extLst>
          </p:cNvPr>
          <p:cNvGrpSpPr/>
          <p:nvPr/>
        </p:nvGrpSpPr>
        <p:grpSpPr>
          <a:xfrm>
            <a:off x="7436760" y="515171"/>
            <a:ext cx="979200" cy="474120"/>
            <a:chOff x="7377483" y="757637"/>
            <a:chExt cx="979200" cy="47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896351A-D78A-489E-8F80-1F44EE7D52A1}"/>
                    </a:ext>
                  </a:extLst>
                </p14:cNvPr>
                <p14:cNvContentPartPr/>
                <p14:nvPr/>
              </p14:nvContentPartPr>
              <p14:xfrm>
                <a:off x="7377483" y="950597"/>
                <a:ext cx="900720" cy="81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896351A-D78A-489E-8F80-1F44EE7D52A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314483" y="887957"/>
                  <a:ext cx="10263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A234551-50D5-4C4B-9AF8-EDF09991DA5B}"/>
                    </a:ext>
                  </a:extLst>
                </p14:cNvPr>
                <p14:cNvContentPartPr/>
                <p14:nvPr/>
              </p14:nvContentPartPr>
              <p14:xfrm>
                <a:off x="8104323" y="757637"/>
                <a:ext cx="252360" cy="4741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A234551-50D5-4C4B-9AF8-EDF09991DA5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041683" y="694997"/>
                  <a:ext cx="378000" cy="59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2082173-4724-4D6C-BD2E-975E74DB384B}"/>
              </a:ext>
            </a:extLst>
          </p:cNvPr>
          <p:cNvGrpSpPr/>
          <p:nvPr/>
        </p:nvGrpSpPr>
        <p:grpSpPr>
          <a:xfrm>
            <a:off x="2520880" y="572231"/>
            <a:ext cx="1097640" cy="438120"/>
            <a:chOff x="1997283" y="671597"/>
            <a:chExt cx="1097640" cy="43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A7E76C6-DDF3-40A3-BEF4-A66ACC1B38C2}"/>
                    </a:ext>
                  </a:extLst>
                </p14:cNvPr>
                <p14:cNvContentPartPr/>
                <p14:nvPr/>
              </p14:nvContentPartPr>
              <p14:xfrm>
                <a:off x="2095203" y="851597"/>
                <a:ext cx="999720" cy="95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A7E76C6-DDF3-40A3-BEF4-A66ACC1B38C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32563" y="788597"/>
                  <a:ext cx="11253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530CE8C-1EFD-4EA0-B67C-D5381AFAD8A2}"/>
                    </a:ext>
                  </a:extLst>
                </p14:cNvPr>
                <p14:cNvContentPartPr/>
                <p14:nvPr/>
              </p14:nvContentPartPr>
              <p14:xfrm>
                <a:off x="1997283" y="671597"/>
                <a:ext cx="316080" cy="4381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530CE8C-1EFD-4EA0-B67C-D5381AFAD8A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34643" y="608957"/>
                  <a:ext cx="441720" cy="56376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65D56D55-BED7-4132-95A1-7A581AAB40A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4665" y="3629435"/>
            <a:ext cx="7102455" cy="179847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983943E-4B85-4A76-A856-3473498214F4}"/>
              </a:ext>
            </a:extLst>
          </p:cNvPr>
          <p:cNvSpPr txBox="1"/>
          <p:nvPr/>
        </p:nvSpPr>
        <p:spPr>
          <a:xfrm>
            <a:off x="1238162" y="3055859"/>
            <a:ext cx="5493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1800" b="0">
                <a:solidFill>
                  <a:srgbClr val="000000"/>
                </a:solidFill>
                <a:latin typeface="Arial"/>
              </a:defRPr>
            </a:pPr>
            <a:r>
              <a:rPr lang="en-GB" dirty="0" err="1">
                <a:latin typeface="Arial"/>
              </a:rPr>
              <a:t>Lookaround</a:t>
            </a:r>
            <a:r>
              <a:rPr lang="en-GB" dirty="0">
                <a:latin typeface="Arial"/>
              </a:rPr>
              <a:t> requires Perl-compatible regex: grep -P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9894C7E-46CA-4CCB-839E-F9143A133047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3985068" y="3425191"/>
            <a:ext cx="1213119" cy="513601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Rectangle 1">
            <a:extLst>
              <a:ext uri="{FF2B5EF4-FFF2-40B4-BE49-F238E27FC236}">
                <a16:creationId xmlns:a16="http://schemas.microsoft.com/office/drawing/2014/main" id="{F91A6F05-0338-442F-9AF5-2071DD4F7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3600" y="3425191"/>
            <a:ext cx="3408639" cy="2206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38050" tIns="15870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shorthand classes</a:t>
            </a:r>
          </a:p>
          <a:p>
            <a:pPr marL="4572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AA0000"/>
                </a:solidFill>
                <a:effectLst/>
                <a:latin typeface="Verdana" panose="020B0604030504040204" pitchFamily="34" charset="0"/>
              </a:rPr>
              <a:t>\w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 "word" character (letter, digit, or underscore)</a:t>
            </a:r>
          </a:p>
          <a:p>
            <a:pPr marL="4572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rgbClr val="000000"/>
                </a:solidFill>
                <a:latin typeface="Verdana" panose="020B0604030504040204" pitchFamily="34" charset="0"/>
              </a:rPr>
              <a:t>       [a-zA-Z0-9_]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4572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AA0000"/>
                </a:solidFill>
                <a:effectLst/>
                <a:latin typeface="Verdana" panose="020B0604030504040204" pitchFamily="34" charset="0"/>
              </a:rPr>
              <a:t>\d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 digit</a:t>
            </a:r>
          </a:p>
          <a:p>
            <a:pPr marL="4572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AA0000"/>
                </a:solidFill>
                <a:effectLst/>
                <a:latin typeface="Verdana" panose="020B0604030504040204" pitchFamily="34" charset="0"/>
              </a:rPr>
              <a:t>\s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 whitespace (space, tab,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vtab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newline)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E2681F9-98F1-43C7-8D93-778900BCA99C}"/>
              </a:ext>
            </a:extLst>
          </p:cNvPr>
          <p:cNvSpPr txBox="1"/>
          <p:nvPr/>
        </p:nvSpPr>
        <p:spPr>
          <a:xfrm>
            <a:off x="5774340" y="5806686"/>
            <a:ext cx="498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-Po</a:t>
            </a:r>
          </a:p>
        </p:txBody>
      </p:sp>
      <p:pic>
        <p:nvPicPr>
          <p:cNvPr id="3075" name="Picture 3" descr="I Observe Something Magnifying Glass Stock Illustrations – 2 I Observe  Something Magnifying Glass Stock Illustrations, Vectors &amp; Clipart -  Dreamstime">
            <a:extLst>
              <a:ext uri="{FF2B5EF4-FFF2-40B4-BE49-F238E27FC236}">
                <a16:creationId xmlns:a16="http://schemas.microsoft.com/office/drawing/2014/main" id="{74F7FEE2-A0E9-46B3-9721-39CCC94D9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274" y="5427911"/>
            <a:ext cx="1375343" cy="1333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5502178C-BC7C-444C-827B-BD8AF481430A}"/>
              </a:ext>
            </a:extLst>
          </p:cNvPr>
          <p:cNvSpPr txBox="1"/>
          <p:nvPr/>
        </p:nvSpPr>
        <p:spPr>
          <a:xfrm>
            <a:off x="7289460" y="1944013"/>
            <a:ext cx="29953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303030"/>
                </a:solidFill>
                <a:effectLst/>
                <a:latin typeface="Lato" panose="020F0502020204030203" pitchFamily="34" charset="0"/>
              </a:rPr>
              <a:t>Match </a:t>
            </a:r>
            <a:r>
              <a:rPr lang="en-GB" b="0" i="0" dirty="0">
                <a:solidFill>
                  <a:srgbClr val="FF0000"/>
                </a:solidFill>
                <a:effectLst/>
                <a:latin typeface="Lato" panose="020F0502020204030203" pitchFamily="34" charset="0"/>
              </a:rPr>
              <a:t>xxx</a:t>
            </a:r>
            <a:r>
              <a:rPr lang="en-GB" b="0" i="0" dirty="0">
                <a:solidFill>
                  <a:srgbClr val="303030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n-GB" dirty="0">
                <a:latin typeface="Arial"/>
              </a:rPr>
              <a:t>only when it is followed by </a:t>
            </a:r>
            <a:r>
              <a:rPr lang="en-GB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foo</a:t>
            </a:r>
            <a:endParaRPr lang="en-US" i="1" dirty="0">
              <a:solidFill>
                <a:schemeClr val="accent4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79B4076-046B-4A7B-8BAB-3F188121E9C1}"/>
              </a:ext>
            </a:extLst>
          </p:cNvPr>
          <p:cNvSpPr txBox="1"/>
          <p:nvPr/>
        </p:nvSpPr>
        <p:spPr>
          <a:xfrm>
            <a:off x="1598696" y="1957715"/>
            <a:ext cx="36699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303030"/>
                </a:solidFill>
                <a:effectLst/>
                <a:latin typeface="Lato" panose="020F0502020204030203" pitchFamily="34" charset="0"/>
              </a:rPr>
              <a:t>Match </a:t>
            </a:r>
            <a:r>
              <a:rPr lang="en-GB" b="0" i="0" dirty="0">
                <a:solidFill>
                  <a:srgbClr val="FF0000"/>
                </a:solidFill>
                <a:effectLst/>
                <a:latin typeface="Lato" panose="020F0502020204030203" pitchFamily="34" charset="0"/>
              </a:rPr>
              <a:t>xxx</a:t>
            </a:r>
            <a:r>
              <a:rPr lang="en-GB" b="0" i="0" dirty="0">
                <a:solidFill>
                  <a:srgbClr val="303030"/>
                </a:solidFill>
                <a:effectLst/>
                <a:latin typeface="Lato" panose="020F0502020204030203" pitchFamily="34" charset="0"/>
              </a:rPr>
              <a:t> only when it is preceded by </a:t>
            </a:r>
            <a:r>
              <a:rPr lang="en-GB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foo</a:t>
            </a:r>
            <a:endParaRPr lang="en-US" i="1" dirty="0">
              <a:solidFill>
                <a:schemeClr val="accent4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EEFFE2-A7DF-5A6F-BA65-31A68C387E94}"/>
              </a:ext>
            </a:extLst>
          </p:cNvPr>
          <p:cNvSpPr txBox="1"/>
          <p:nvPr/>
        </p:nvSpPr>
        <p:spPr>
          <a:xfrm>
            <a:off x="0" y="0"/>
            <a:ext cx="2836960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sz="1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Conditional match </a:t>
            </a:r>
            <a:r>
              <a:rPr lang="en-US" sz="1800" b="1" i="0" dirty="0">
                <a:solidFill>
                  <a:schemeClr val="accent6"/>
                </a:solidFill>
                <a:effectLst/>
                <a:latin typeface="Consolas" panose="020B0609020204030204" pitchFamily="49" charset="0"/>
              </a:rPr>
              <a:t>?</a:t>
            </a:r>
            <a:endParaRPr lang="en-US" b="1" dirty="0">
              <a:solidFill>
                <a:schemeClr val="accent6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433ADA-EC8B-DCDB-D8C2-07FE33C7EBF0}"/>
              </a:ext>
            </a:extLst>
          </p:cNvPr>
          <p:cNvSpPr txBox="1"/>
          <p:nvPr/>
        </p:nvSpPr>
        <p:spPr>
          <a:xfrm>
            <a:off x="39833" y="533642"/>
            <a:ext cx="26390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000000"/>
                </a:solidFill>
                <a:latin typeface="Arial"/>
              </a:defRPr>
            </a:pPr>
            <a:r>
              <a:rPr lang="en-GB" sz="2400" b="1" dirty="0">
                <a:solidFill>
                  <a:srgbClr val="7030A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Positive </a:t>
            </a:r>
            <a:r>
              <a:rPr lang="en-GB" sz="2400" b="1" dirty="0" err="1">
                <a:solidFill>
                  <a:srgbClr val="7030A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lookaround</a:t>
            </a:r>
            <a:r>
              <a:rPr lang="en-GB" sz="2400" b="1" dirty="0">
                <a:solidFill>
                  <a:srgbClr val="7030A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with grep -P</a:t>
            </a:r>
          </a:p>
        </p:txBody>
      </p:sp>
    </p:spTree>
    <p:extLst>
      <p:ext uri="{BB962C8B-B14F-4D97-AF65-F5344CB8AC3E}">
        <p14:creationId xmlns:p14="http://schemas.microsoft.com/office/powerpoint/2010/main" val="30284650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D9EAF8-1DA2-4CE4-A650-579B44FCD6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382" y="3795472"/>
            <a:ext cx="8348016" cy="213428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5BAC337-7959-4B68-BCFB-5710FEB66D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3175" y="176110"/>
            <a:ext cx="1925649" cy="29474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9346FA-0B47-4C49-B2D2-755FE6E34054}"/>
              </a:ext>
            </a:extLst>
          </p:cNvPr>
          <p:cNvSpPr txBox="1"/>
          <p:nvPr/>
        </p:nvSpPr>
        <p:spPr>
          <a:xfrm>
            <a:off x="7434311" y="1182251"/>
            <a:ext cx="184474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look ahead</a:t>
            </a:r>
          </a:p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xxx</a:t>
            </a:r>
            <a:r>
              <a:rPr lang="en-US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(?</a:t>
            </a:r>
            <a:r>
              <a:rPr lang="en-US" sz="1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r>
              <a:rPr lang="en-US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foo</a:t>
            </a:r>
            <a:r>
              <a:rPr lang="en-US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037371-947A-42A1-830E-BDA589BC3A4B}"/>
              </a:ext>
            </a:extLst>
          </p:cNvPr>
          <p:cNvSpPr txBox="1"/>
          <p:nvPr/>
        </p:nvSpPr>
        <p:spPr>
          <a:xfrm>
            <a:off x="2579042" y="1246953"/>
            <a:ext cx="1925649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look behind</a:t>
            </a:r>
          </a:p>
          <a:p>
            <a:r>
              <a:rPr lang="en-US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(?&lt;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r>
              <a:rPr lang="en-US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foo</a:t>
            </a:r>
            <a:r>
              <a:rPr lang="en-US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xxx</a:t>
            </a:r>
            <a:r>
              <a:rPr lang="en-US" b="1" i="0" dirty="0">
                <a:solidFill>
                  <a:schemeClr val="accent6"/>
                </a:solidFill>
                <a:effectLst/>
                <a:latin typeface="verdana" panose="020B0604030504040204" pitchFamily="34" charset="0"/>
              </a:rPr>
              <a:t> </a:t>
            </a:r>
            <a:endParaRPr lang="en-US" dirty="0">
              <a:solidFill>
                <a:schemeClr val="accent6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AEA07AC-ADDC-4F37-B294-AE111A58CB1B}"/>
              </a:ext>
            </a:extLst>
          </p:cNvPr>
          <p:cNvGrpSpPr/>
          <p:nvPr/>
        </p:nvGrpSpPr>
        <p:grpSpPr>
          <a:xfrm>
            <a:off x="7436760" y="515171"/>
            <a:ext cx="979200" cy="474120"/>
            <a:chOff x="7377483" y="757637"/>
            <a:chExt cx="979200" cy="47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D6F9A41-943C-438A-8D86-A29D79C85DD1}"/>
                    </a:ext>
                  </a:extLst>
                </p14:cNvPr>
                <p14:cNvContentPartPr/>
                <p14:nvPr/>
              </p14:nvContentPartPr>
              <p14:xfrm>
                <a:off x="7377483" y="950597"/>
                <a:ext cx="900720" cy="81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D6F9A41-943C-438A-8D86-A29D79C85DD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314483" y="887957"/>
                  <a:ext cx="10263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0AAFE45-E7B8-4A1F-9A3D-4B4E14E9DA1D}"/>
                    </a:ext>
                  </a:extLst>
                </p14:cNvPr>
                <p14:cNvContentPartPr/>
                <p14:nvPr/>
              </p14:nvContentPartPr>
              <p14:xfrm>
                <a:off x="8104323" y="757637"/>
                <a:ext cx="252360" cy="4741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0AAFE45-E7B8-4A1F-9A3D-4B4E14E9DA1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041683" y="694997"/>
                  <a:ext cx="378000" cy="59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7993F39-9B69-4EE1-9789-3B9F6B37D546}"/>
              </a:ext>
            </a:extLst>
          </p:cNvPr>
          <p:cNvGrpSpPr/>
          <p:nvPr/>
        </p:nvGrpSpPr>
        <p:grpSpPr>
          <a:xfrm>
            <a:off x="2520880" y="572231"/>
            <a:ext cx="1097640" cy="438120"/>
            <a:chOff x="1997283" y="671597"/>
            <a:chExt cx="1097640" cy="43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372FDFA-C92C-4AD7-B05E-EB4BF0063D61}"/>
                    </a:ext>
                  </a:extLst>
                </p14:cNvPr>
                <p14:cNvContentPartPr/>
                <p14:nvPr/>
              </p14:nvContentPartPr>
              <p14:xfrm>
                <a:off x="2095203" y="851597"/>
                <a:ext cx="999720" cy="957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372FDFA-C92C-4AD7-B05E-EB4BF0063D6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032563" y="788597"/>
                  <a:ext cx="11253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69EB80D-88D7-4219-94BE-0C7C85A2F6A3}"/>
                    </a:ext>
                  </a:extLst>
                </p14:cNvPr>
                <p14:cNvContentPartPr/>
                <p14:nvPr/>
              </p14:nvContentPartPr>
              <p14:xfrm>
                <a:off x="1997283" y="671597"/>
                <a:ext cx="316080" cy="438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69EB80D-88D7-4219-94BE-0C7C85A2F6A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934643" y="608957"/>
                  <a:ext cx="441720" cy="5637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638B93E-39DD-41E5-AEB8-32221D3C4A7E}"/>
              </a:ext>
            </a:extLst>
          </p:cNvPr>
          <p:cNvSpPr txBox="1"/>
          <p:nvPr/>
        </p:nvSpPr>
        <p:spPr>
          <a:xfrm>
            <a:off x="7132706" y="2069393"/>
            <a:ext cx="30040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303030"/>
                </a:solidFill>
                <a:effectLst/>
                <a:latin typeface="Lato" panose="020F0502020204030203" pitchFamily="34" charset="0"/>
              </a:rPr>
              <a:t>Match </a:t>
            </a:r>
            <a:r>
              <a:rPr lang="en-GB" b="0" i="0" dirty="0">
                <a:solidFill>
                  <a:srgbClr val="FF0000"/>
                </a:solidFill>
                <a:effectLst/>
                <a:latin typeface="Lato" panose="020F0502020204030203" pitchFamily="34" charset="0"/>
              </a:rPr>
              <a:t>xxx</a:t>
            </a:r>
            <a:r>
              <a:rPr lang="en-GB" b="0" i="0" dirty="0">
                <a:solidFill>
                  <a:srgbClr val="303030"/>
                </a:solidFill>
                <a:effectLst/>
                <a:latin typeface="Lato" panose="020F0502020204030203" pitchFamily="34" charset="0"/>
              </a:rPr>
              <a:t> only when it is not followed by a string </a:t>
            </a:r>
            <a:r>
              <a:rPr lang="en-GB" i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foo</a:t>
            </a:r>
            <a:endParaRPr lang="en-US" i="1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A76DA9-D487-4B41-9F9F-2DE8F1E04BD2}"/>
              </a:ext>
            </a:extLst>
          </p:cNvPr>
          <p:cNvSpPr txBox="1"/>
          <p:nvPr/>
        </p:nvSpPr>
        <p:spPr>
          <a:xfrm>
            <a:off x="997916" y="2108232"/>
            <a:ext cx="38210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303030"/>
                </a:solidFill>
                <a:effectLst/>
                <a:latin typeface="Lato" panose="020F0502020204030203" pitchFamily="34" charset="0"/>
              </a:rPr>
              <a:t>Match </a:t>
            </a:r>
            <a:r>
              <a:rPr lang="en-GB" b="0" i="0" dirty="0">
                <a:solidFill>
                  <a:srgbClr val="FF0000"/>
                </a:solidFill>
                <a:effectLst/>
                <a:latin typeface="Lato" panose="020F0502020204030203" pitchFamily="34" charset="0"/>
              </a:rPr>
              <a:t>xxx</a:t>
            </a:r>
            <a:r>
              <a:rPr lang="en-GB" b="0" i="0" dirty="0">
                <a:solidFill>
                  <a:srgbClr val="303030"/>
                </a:solidFill>
                <a:effectLst/>
                <a:latin typeface="Lato" panose="020F0502020204030203" pitchFamily="34" charset="0"/>
              </a:rPr>
              <a:t> only when it is not preceded by </a:t>
            </a:r>
            <a:r>
              <a:rPr lang="en-GB" dirty="0">
                <a:solidFill>
                  <a:srgbClr val="303030"/>
                </a:solidFill>
                <a:latin typeface="Lato" panose="020F0502020204030203" pitchFamily="34" charset="0"/>
              </a:rPr>
              <a:t>a </a:t>
            </a:r>
            <a:r>
              <a:rPr lang="en-GB" b="0" i="0" dirty="0">
                <a:solidFill>
                  <a:srgbClr val="303030"/>
                </a:solidFill>
                <a:effectLst/>
                <a:latin typeface="Lato" panose="020F0502020204030203" pitchFamily="34" charset="0"/>
              </a:rPr>
              <a:t>string </a:t>
            </a:r>
            <a:r>
              <a:rPr lang="en-GB" i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foo</a:t>
            </a:r>
            <a:endParaRPr lang="en-US" i="1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9252036-2F39-4E98-9376-E2FC8AE8B217}"/>
              </a:ext>
            </a:extLst>
          </p:cNvPr>
          <p:cNvCxnSpPr>
            <a:cxnSpLocks/>
          </p:cNvCxnSpPr>
          <p:nvPr/>
        </p:nvCxnSpPr>
        <p:spPr>
          <a:xfrm flipH="1">
            <a:off x="6944354" y="3429000"/>
            <a:ext cx="2334701" cy="684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959A31E-A2C0-4851-BCEE-4DBFF6AD1446}"/>
              </a:ext>
            </a:extLst>
          </p:cNvPr>
          <p:cNvCxnSpPr>
            <a:cxnSpLocks/>
          </p:cNvCxnSpPr>
          <p:nvPr/>
        </p:nvCxnSpPr>
        <p:spPr>
          <a:xfrm flipH="1">
            <a:off x="8573479" y="3505994"/>
            <a:ext cx="705576" cy="6688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6768D6F-5EF5-4624-BAF2-7E283EF79081}"/>
              </a:ext>
            </a:extLst>
          </p:cNvPr>
          <p:cNvSpPr txBox="1"/>
          <p:nvPr/>
        </p:nvSpPr>
        <p:spPr>
          <a:xfrm>
            <a:off x="9509760" y="3429000"/>
            <a:ext cx="222504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Negative lookup pattern </a:t>
            </a:r>
            <a:r>
              <a:rPr lang="en-US" b="1" dirty="0"/>
              <a:t>MUST be</a:t>
            </a:r>
            <a:r>
              <a:rPr lang="en-US" dirty="0"/>
              <a:t> single quote  </a:t>
            </a:r>
            <a:r>
              <a:rPr lang="en-US" sz="2400" b="1" dirty="0">
                <a:solidFill>
                  <a:srgbClr val="FF0000"/>
                </a:solidFill>
              </a:rPr>
              <a:t>‘  ’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lookup string length </a:t>
            </a:r>
            <a:r>
              <a:rPr lang="en-US" dirty="0">
                <a:solidFill>
                  <a:srgbClr val="FF0000"/>
                </a:solidFill>
              </a:rPr>
              <a:t>must</a:t>
            </a:r>
            <a:r>
              <a:rPr lang="en-US" dirty="0"/>
              <a:t> be fixed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31D43C-1739-4262-B371-919DB29B657E}"/>
              </a:ext>
            </a:extLst>
          </p:cNvPr>
          <p:cNvSpPr txBox="1"/>
          <p:nvPr/>
        </p:nvSpPr>
        <p:spPr>
          <a:xfrm>
            <a:off x="67103" y="57773"/>
            <a:ext cx="25010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Negative lookup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656B7D-9023-4B30-90F0-26868C5A9DC3}"/>
              </a:ext>
            </a:extLst>
          </p:cNvPr>
          <p:cNvSpPr/>
          <p:nvPr/>
        </p:nvSpPr>
        <p:spPr>
          <a:xfrm>
            <a:off x="8114683" y="1582360"/>
            <a:ext cx="103280" cy="4001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5F1E81E-861B-434A-B4AC-E301C50769F1}"/>
              </a:ext>
            </a:extLst>
          </p:cNvPr>
          <p:cNvSpPr/>
          <p:nvPr/>
        </p:nvSpPr>
        <p:spPr>
          <a:xfrm>
            <a:off x="2991612" y="1599219"/>
            <a:ext cx="103280" cy="4001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97FBF87-D0A8-4DF3-AA15-29A8C864B6F3}"/>
              </a:ext>
            </a:extLst>
          </p:cNvPr>
          <p:cNvCxnSpPr/>
          <p:nvPr/>
        </p:nvCxnSpPr>
        <p:spPr>
          <a:xfrm flipH="1" flipV="1">
            <a:off x="1735015" y="515171"/>
            <a:ext cx="1256597" cy="1084048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5982B69-9C73-4E6D-9AE4-73285C752C71}"/>
              </a:ext>
            </a:extLst>
          </p:cNvPr>
          <p:cNvCxnSpPr/>
          <p:nvPr/>
        </p:nvCxnSpPr>
        <p:spPr>
          <a:xfrm flipH="1" flipV="1">
            <a:off x="1741247" y="502050"/>
            <a:ext cx="6349928" cy="103246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46779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5D331B-8873-4B75-8474-C395F04AFC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296677" y="1760076"/>
            <a:ext cx="11598645" cy="33378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8C7F534-2AA8-4E64-8875-A0CFC3019916}"/>
              </a:ext>
            </a:extLst>
          </p:cNvPr>
          <p:cNvSpPr txBox="1"/>
          <p:nvPr/>
        </p:nvSpPr>
        <p:spPr>
          <a:xfrm>
            <a:off x="296676" y="1390743"/>
            <a:ext cx="5017003" cy="40011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>
              <a:buNone/>
              <a:defRPr sz="2000" b="0">
                <a:solidFill>
                  <a:srgbClr val="000000"/>
                </a:solidFill>
                <a:latin typeface="Arial"/>
              </a:defRPr>
            </a:pPr>
            <a:r>
              <a:rPr lang="en-GB" dirty="0">
                <a:solidFill>
                  <a:srgbClr val="000000"/>
                </a:solidFill>
                <a:latin typeface="Arial"/>
              </a:rPr>
              <a:t>Reduce false positives with </a:t>
            </a:r>
            <a:r>
              <a:rPr lang="en-GB" dirty="0" err="1">
                <a:solidFill>
                  <a:srgbClr val="000000"/>
                </a:solidFill>
                <a:latin typeface="Arial"/>
              </a:rPr>
              <a:t>lookaround</a:t>
            </a:r>
            <a:endParaRPr lang="en-GB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AA46EE3-3BCC-4096-8688-6D860734F57F}"/>
              </a:ext>
            </a:extLst>
          </p:cNvPr>
          <p:cNvCxnSpPr/>
          <p:nvPr/>
        </p:nvCxnSpPr>
        <p:spPr>
          <a:xfrm flipH="1">
            <a:off x="4805680" y="1127760"/>
            <a:ext cx="508000" cy="13106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1831F04-9229-45FB-8230-E5DBE2F94997}"/>
              </a:ext>
            </a:extLst>
          </p:cNvPr>
          <p:cNvSpPr txBox="1"/>
          <p:nvPr/>
        </p:nvSpPr>
        <p:spPr>
          <a:xfrm>
            <a:off x="4836160" y="833120"/>
            <a:ext cx="6801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  <a:defRPr sz="1800" b="0">
                <a:solidFill>
                  <a:srgbClr val="000000"/>
                </a:solidFill>
                <a:latin typeface="Arial"/>
              </a:defRPr>
            </a:pPr>
            <a:r>
              <a:rPr lang="en-GB" dirty="0">
                <a:solidFill>
                  <a:srgbClr val="000000"/>
                </a:solidFill>
                <a:latin typeface="Arial"/>
              </a:rPr>
              <a:t>False positive: street-address words can look like person names.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DA4EE0-E97F-4BD8-A106-5C04045AA977}"/>
              </a:ext>
            </a:extLst>
          </p:cNvPr>
          <p:cNvSpPr txBox="1"/>
          <p:nvPr/>
        </p:nvSpPr>
        <p:spPr>
          <a:xfrm>
            <a:off x="6972379" y="3588384"/>
            <a:ext cx="3395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can’t have “avenue” after a name!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2DEE7F3-E1B3-4DAF-9B1C-F88BD4F6E45D}"/>
              </a:ext>
            </a:extLst>
          </p:cNvPr>
          <p:cNvCxnSpPr>
            <a:cxnSpLocks/>
          </p:cNvCxnSpPr>
          <p:nvPr/>
        </p:nvCxnSpPr>
        <p:spPr>
          <a:xfrm flipH="1">
            <a:off x="3968624" y="1443918"/>
            <a:ext cx="3949615" cy="994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53FD701-6839-420F-AE28-C74B5E9A8766}"/>
              </a:ext>
            </a:extLst>
          </p:cNvPr>
          <p:cNvSpPr txBox="1"/>
          <p:nvPr/>
        </p:nvSpPr>
        <p:spPr>
          <a:xfrm>
            <a:off x="296677" y="5470884"/>
            <a:ext cx="6985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Second try: exclude suffixes such as Avenue/Ave, Street/St, and Drive/Dr.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335CFF-A15C-454B-9D9A-45CC3274AAC6}"/>
              </a:ext>
            </a:extLst>
          </p:cNvPr>
          <p:cNvSpPr txBox="1"/>
          <p:nvPr/>
        </p:nvSpPr>
        <p:spPr>
          <a:xfrm>
            <a:off x="7918239" y="2535519"/>
            <a:ext cx="982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negative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1F5AF6-06C0-6888-97A5-F0E903B0469D}"/>
              </a:ext>
            </a:extLst>
          </p:cNvPr>
          <p:cNvSpPr txBox="1"/>
          <p:nvPr/>
        </p:nvSpPr>
        <p:spPr>
          <a:xfrm>
            <a:off x="3968624" y="3921848"/>
            <a:ext cx="1890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negative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953B6C9-2560-587E-C2DF-AEBC53A14DD6}"/>
                  </a:ext>
                </a:extLst>
              </p14:cNvPr>
              <p14:cNvContentPartPr/>
              <p14:nvPr/>
            </p14:nvContentPartPr>
            <p14:xfrm>
              <a:off x="3515450" y="2387590"/>
              <a:ext cx="469800" cy="401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953B6C9-2560-587E-C2DF-AEBC53A14DD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09330" y="2381470"/>
                <a:ext cx="482040" cy="41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50E187B-F781-24E5-B8BE-3BD42B145D9B}"/>
                  </a:ext>
                </a:extLst>
              </p14:cNvPr>
              <p14:cNvContentPartPr/>
              <p14:nvPr/>
            </p14:nvContentPartPr>
            <p14:xfrm>
              <a:off x="4177850" y="2795110"/>
              <a:ext cx="5330880" cy="216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50E187B-F781-24E5-B8BE-3BD42B145D9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71730" y="2788990"/>
                <a:ext cx="534312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3CA7C3A-3EC8-AC05-3F04-3C84955CBE36}"/>
                  </a:ext>
                </a:extLst>
              </p14:cNvPr>
              <p14:cNvContentPartPr/>
              <p14:nvPr/>
            </p14:nvContentPartPr>
            <p14:xfrm>
              <a:off x="4891730" y="3871150"/>
              <a:ext cx="934200" cy="225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3CA7C3A-3EC8-AC05-3F04-3C84955CBE3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885610" y="3865030"/>
                <a:ext cx="94644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3680843-8395-B433-D554-7F4B61BA4926}"/>
                  </a:ext>
                </a:extLst>
              </p14:cNvPr>
              <p14:cNvContentPartPr/>
              <p14:nvPr/>
            </p14:nvContentPartPr>
            <p14:xfrm>
              <a:off x="5775530" y="3605470"/>
              <a:ext cx="730440" cy="3351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3680843-8395-B433-D554-7F4B61BA492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769410" y="3599350"/>
                <a:ext cx="742680" cy="347400"/>
              </a:xfrm>
              <a:prstGeom prst="rect">
                <a:avLst/>
              </a:prstGeom>
            </p:spPr>
          </p:pic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147A69C-8059-F734-2084-34999D33BB12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6505970" y="3715270"/>
            <a:ext cx="466409" cy="577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15782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85DB759-F5D1-45D7-9AA5-74D4DA9F1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539" y="247374"/>
            <a:ext cx="11552921" cy="63632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A76497-C6A7-4EC5-A52F-8E80E7C351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0650" y="2488990"/>
            <a:ext cx="7651810" cy="24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6286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B27046-FDE3-4EEA-BF3C-B8B13175A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1195"/>
            <a:ext cx="12192000" cy="55156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7512D7-7214-4F41-BC86-480726CE9B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290" y="2361049"/>
            <a:ext cx="6528129" cy="1926471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70B4659-8369-424A-8864-AE6D03874ADE}"/>
              </a:ext>
            </a:extLst>
          </p:cNvPr>
          <p:cNvCxnSpPr>
            <a:cxnSpLocks/>
          </p:cNvCxnSpPr>
          <p:nvPr/>
        </p:nvCxnSpPr>
        <p:spPr>
          <a:xfrm flipH="1" flipV="1">
            <a:off x="6546715" y="1264596"/>
            <a:ext cx="2237777" cy="1580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EA52699-6F23-E8DB-634D-9F44AA7D8CFD}"/>
              </a:ext>
            </a:extLst>
          </p:cNvPr>
          <p:cNvSpPr txBox="1"/>
          <p:nvPr/>
        </p:nvSpPr>
        <p:spPr>
          <a:xfrm>
            <a:off x="0" y="301863"/>
            <a:ext cx="5750549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Exclude 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street suffixes (</a:t>
            </a:r>
            <a:r>
              <a:rPr lang="en-US" dirty="0"/>
              <a:t>Ave, St, and Dr) from the last name</a:t>
            </a:r>
          </a:p>
        </p:txBody>
      </p:sp>
      <p:sp>
        <p:nvSpPr>
          <p:cNvPr id="3" name="Rounded Rectangle 8">
            <a:extLst>
              <a:ext uri="{FF2B5EF4-FFF2-40B4-BE49-F238E27FC236}">
                <a16:creationId xmlns:a16="http://schemas.microsoft.com/office/drawing/2014/main" id="{5E03652F-460A-E0B1-C4BF-A59E11AFE70D}"/>
              </a:ext>
            </a:extLst>
          </p:cNvPr>
          <p:cNvSpPr/>
          <p:nvPr/>
        </p:nvSpPr>
        <p:spPr>
          <a:xfrm>
            <a:off x="6498492" y="326509"/>
            <a:ext cx="3237691" cy="32004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BF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buNone/>
              <a:defRPr sz="1500">
                <a:solidFill>
                  <a:srgbClr val="000000"/>
                </a:solidFill>
                <a:latin typeface="Arial"/>
              </a:defRPr>
            </a:pPr>
            <a:r>
              <a:rPr sz="1400" b="0">
                <a:latin typeface="Arial"/>
              </a:rPr>
              <a:t>Use alternatives: (?!(?:Ave|St|Dr)\b)</a:t>
            </a:r>
          </a:p>
        </p:txBody>
      </p:sp>
    </p:spTree>
    <p:extLst>
      <p:ext uri="{BB962C8B-B14F-4D97-AF65-F5344CB8AC3E}">
        <p14:creationId xmlns:p14="http://schemas.microsoft.com/office/powerpoint/2010/main" val="17328216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7548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B48000"/>
                </a:solidFill>
                <a:latin typeface="Arial"/>
              </a:rPr>
              <a:t>Section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A2B56"/>
                </a:solidFill>
                <a:latin typeface="Arial"/>
              </a:rPr>
              <a:t>Common Forensic Evidence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90195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5F5F5F"/>
                </a:solidFill>
                <a:latin typeface="Arial"/>
              </a:rPr>
              <a:t>Phones, email addresses, names, and simple policy validation.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2606040"/>
            <a:ext cx="7589520" cy="54864"/>
          </a:xfrm>
          <a:prstGeom prst="rect">
            <a:avLst/>
          </a:prstGeom>
          <a:solidFill>
            <a:srgbClr val="B4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2971800"/>
            <a:ext cx="10469880" cy="1920240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B4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218688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28600">
              <a:spcAft>
                <a:spcPts val="600"/>
              </a:spcAft>
              <a:defRPr sz="2200">
                <a:solidFill>
                  <a:srgbClr val="232323"/>
                </a:solidFill>
                <a:latin typeface="Arial"/>
              </a:defRPr>
            </a:pPr>
            <a:r>
              <a:rPr sz="2000">
                <a:latin typeface="Arial"/>
              </a:rPr>
              <a:t>• Apply reusable patterns for phones, email addresses, and validation checks.</a:t>
            </a:r>
          </a:p>
          <a:p>
            <a:pPr marL="285750" indent="-228600">
              <a:spcAft>
                <a:spcPts val="600"/>
              </a:spcAft>
              <a:defRPr sz="2200">
                <a:solidFill>
                  <a:srgbClr val="232323"/>
                </a:solidFill>
                <a:latin typeface="Arial"/>
              </a:defRPr>
            </a:pPr>
            <a:r>
              <a:rPr sz="2000">
                <a:latin typeface="Arial"/>
              </a:rPr>
              <a:t>• Test with positive and negative examples.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522F1-69D1-4A8D-A61C-E18911156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Phone-number matching: start simple, then generalize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6FBD1-167E-4A2C-9C81-B2F05F934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921000" cy="4351338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</a:rPr>
              <a:t>1234567890</a:t>
            </a:r>
          </a:p>
          <a:p>
            <a:r>
              <a:rPr lang="en-US" dirty="0"/>
              <a:t>123.456.7890</a:t>
            </a:r>
          </a:p>
          <a:p>
            <a:r>
              <a:rPr lang="en-US" dirty="0"/>
              <a:t>123-456-7890</a:t>
            </a:r>
          </a:p>
          <a:p>
            <a:r>
              <a:rPr lang="en-US" dirty="0"/>
              <a:t>123 456 7890</a:t>
            </a:r>
          </a:p>
          <a:p>
            <a:r>
              <a:rPr lang="en-US" dirty="0"/>
              <a:t>(123)456-7890</a:t>
            </a:r>
          </a:p>
          <a:p>
            <a:r>
              <a:rPr lang="en-US" dirty="0"/>
              <a:t>+11234567890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F031C1-97C3-4619-809C-1AA4EB609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7864" y="1230376"/>
            <a:ext cx="1686616" cy="439724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66B36D6-6217-4F10-B0FB-ED1FF8C180CB}"/>
              </a:ext>
            </a:extLst>
          </p:cNvPr>
          <p:cNvSpPr txBox="1"/>
          <p:nvPr/>
        </p:nvSpPr>
        <p:spPr>
          <a:xfrm>
            <a:off x="4643120" y="1918454"/>
            <a:ext cx="40233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rgbClr val="7030A0"/>
                </a:solidFill>
                <a:latin typeface="Abadi" panose="020B0604020104020204" pitchFamily="34" charset="0"/>
              </a:rPr>
              <a:t>1234567890</a:t>
            </a:r>
            <a:endParaRPr lang="en-US" sz="4400" dirty="0">
              <a:solidFill>
                <a:srgbClr val="7030A0"/>
              </a:solidFill>
              <a:latin typeface="Abadi" panose="020B0604020104020204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F3F79F5-9BAB-4D07-9E47-47C947103F14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3139440" y="2032000"/>
            <a:ext cx="1503680" cy="3019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D3D515D-FC56-40C6-BBD5-34B1019079FB}"/>
              </a:ext>
            </a:extLst>
          </p:cNvPr>
          <p:cNvSpPr txBox="1"/>
          <p:nvPr/>
        </p:nvSpPr>
        <p:spPr>
          <a:xfrm>
            <a:off x="5764294" y="3544669"/>
            <a:ext cx="20185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7030A0"/>
                </a:solidFill>
              </a:rPr>
              <a:t>[0-9]{10}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A062B528-DFAA-4901-B429-4541B579A08F}"/>
              </a:ext>
            </a:extLst>
          </p:cNvPr>
          <p:cNvSpPr/>
          <p:nvPr/>
        </p:nvSpPr>
        <p:spPr>
          <a:xfrm>
            <a:off x="6573520" y="2865120"/>
            <a:ext cx="203200" cy="56388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8C7EDDB-2F3C-4DF7-911F-47576FA4B1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6596" y="4633222"/>
            <a:ext cx="3647496" cy="1956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0739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94C359-109B-4B73-8090-BF08F339B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156" y="872952"/>
            <a:ext cx="9123800" cy="19280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E48B77-9E73-41AF-AE5E-1EC151643A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156" y="4509852"/>
            <a:ext cx="9269362" cy="18072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02DFF7-B85B-46F7-9D76-C3443B0546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6552" y="2927376"/>
            <a:ext cx="5378895" cy="14560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4B1BF15-C2DF-417B-BA19-99146F872AC3}"/>
              </a:ext>
            </a:extLst>
          </p:cNvPr>
          <p:cNvSpPr txBox="1"/>
          <p:nvPr/>
        </p:nvSpPr>
        <p:spPr>
          <a:xfrm>
            <a:off x="1319156" y="503620"/>
            <a:ext cx="3165290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Match 10 contiguous digits only</a:t>
            </a:r>
          </a:p>
        </p:txBody>
      </p:sp>
    </p:spTree>
    <p:extLst>
      <p:ext uri="{BB962C8B-B14F-4D97-AF65-F5344CB8AC3E}">
        <p14:creationId xmlns:p14="http://schemas.microsoft.com/office/powerpoint/2010/main" val="11897103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A92E47F-8027-4198-B664-03F098A14CAA}"/>
              </a:ext>
            </a:extLst>
          </p:cNvPr>
          <p:cNvSpPr txBox="1"/>
          <p:nvPr/>
        </p:nvSpPr>
        <p:spPr>
          <a:xfrm>
            <a:off x="1187077" y="564580"/>
            <a:ext cx="5422730" cy="40011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>
              <a:defRPr sz="2000" b="0">
                <a:solidFill>
                  <a:srgbClr val="000000"/>
                </a:solidFill>
                <a:latin typeface="Arial"/>
              </a:defRPr>
            </a:pPr>
            <a:r>
              <a:rPr lang="en-GB" dirty="0">
                <a:latin typeface="Arial"/>
              </a:rPr>
              <a:t>Match dotted phone numbers: </a:t>
            </a:r>
            <a:r>
              <a:rPr lang="en-GB" dirty="0" err="1">
                <a:latin typeface="Arial"/>
              </a:rPr>
              <a:t>xxx.xxx.xxxx</a:t>
            </a:r>
            <a:endParaRPr lang="en-GB" dirty="0"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78BCB3-BF3F-4A93-838E-764F88E977A2}"/>
              </a:ext>
            </a:extLst>
          </p:cNvPr>
          <p:cNvSpPr txBox="1"/>
          <p:nvPr/>
        </p:nvSpPr>
        <p:spPr>
          <a:xfrm>
            <a:off x="2976880" y="1049581"/>
            <a:ext cx="50901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rgbClr val="7030A0"/>
                </a:solidFill>
                <a:latin typeface="Abadi" panose="020B0604020104020204" pitchFamily="34" charset="0"/>
              </a:rPr>
              <a:t>123.456.7890</a:t>
            </a:r>
            <a:endParaRPr lang="en-US" sz="4400" dirty="0">
              <a:solidFill>
                <a:srgbClr val="7030A0"/>
              </a:solidFill>
              <a:latin typeface="Abadi" panose="020B06040201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A57D64-7A1D-4CC6-88FB-11A83274E503}"/>
              </a:ext>
            </a:extLst>
          </p:cNvPr>
          <p:cNvSpPr txBox="1"/>
          <p:nvPr/>
        </p:nvSpPr>
        <p:spPr>
          <a:xfrm>
            <a:off x="2346137" y="2394178"/>
            <a:ext cx="66751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7030A0"/>
                </a:solidFill>
              </a:rPr>
              <a:t>\b[0-9]{3} \.[0-9]{3}\.[0-9]{4}\b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7B5E0158-71BC-4C84-BCAE-6A6C714C60D2}"/>
              </a:ext>
            </a:extLst>
          </p:cNvPr>
          <p:cNvSpPr/>
          <p:nvPr/>
        </p:nvSpPr>
        <p:spPr>
          <a:xfrm>
            <a:off x="5288280" y="1830298"/>
            <a:ext cx="203200" cy="56388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4CBBB1-63C5-47AB-B17F-B9CC44BF1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804" y="3204914"/>
            <a:ext cx="8364515" cy="15157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97DCDC7-53B0-45D9-A0F8-A209E19672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382" y="5045668"/>
            <a:ext cx="10341236" cy="95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8503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0D9795-C15F-44F7-BABB-D3307EDF127D}"/>
              </a:ext>
            </a:extLst>
          </p:cNvPr>
          <p:cNvSpPr txBox="1"/>
          <p:nvPr/>
        </p:nvSpPr>
        <p:spPr>
          <a:xfrm>
            <a:off x="4724400" y="791755"/>
            <a:ext cx="40233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rgbClr val="7030A0"/>
                </a:solidFill>
                <a:latin typeface="Abadi" panose="020B0604020104020204" pitchFamily="34" charset="0"/>
              </a:rPr>
              <a:t>1234567890</a:t>
            </a:r>
            <a:endParaRPr lang="en-US" sz="4400" dirty="0">
              <a:solidFill>
                <a:srgbClr val="7030A0"/>
              </a:solidFill>
              <a:latin typeface="Abadi" panose="020B06040201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330CB2-4E8B-4245-80CB-AACECD95E09F}"/>
              </a:ext>
            </a:extLst>
          </p:cNvPr>
          <p:cNvSpPr txBox="1"/>
          <p:nvPr/>
        </p:nvSpPr>
        <p:spPr>
          <a:xfrm>
            <a:off x="4724400" y="1622752"/>
            <a:ext cx="50901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rgbClr val="7030A0"/>
                </a:solidFill>
                <a:latin typeface="Abadi" panose="020B0604020104020204" pitchFamily="34" charset="0"/>
              </a:rPr>
              <a:t>123.456.7890</a:t>
            </a:r>
            <a:endParaRPr lang="en-US" sz="4400" dirty="0">
              <a:solidFill>
                <a:srgbClr val="7030A0"/>
              </a:solidFill>
              <a:latin typeface="Abadi" panose="020B06040201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C6EFB1-31C6-4851-B6A6-23FA663291C1}"/>
              </a:ext>
            </a:extLst>
          </p:cNvPr>
          <p:cNvSpPr txBox="1"/>
          <p:nvPr/>
        </p:nvSpPr>
        <p:spPr>
          <a:xfrm>
            <a:off x="1625600" y="1330364"/>
            <a:ext cx="28490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Match both?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EEDA8C-CB16-45AA-A652-A476E7BED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19749"/>
            <a:ext cx="3985605" cy="18670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03F0F6-AC94-4B24-B971-75F3A7ACB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558" y="2588918"/>
            <a:ext cx="9953832" cy="16801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64B634-5A0B-4390-A9EF-6347BAF73035}"/>
              </a:ext>
            </a:extLst>
          </p:cNvPr>
          <p:cNvSpPr txBox="1"/>
          <p:nvPr/>
        </p:nvSpPr>
        <p:spPr>
          <a:xfrm>
            <a:off x="3985605" y="5426036"/>
            <a:ext cx="7649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{0,1}</a:t>
            </a:r>
          </a:p>
        </p:txBody>
      </p:sp>
    </p:spTree>
    <p:extLst>
      <p:ext uri="{BB962C8B-B14F-4D97-AF65-F5344CB8AC3E}">
        <p14:creationId xmlns:p14="http://schemas.microsoft.com/office/powerpoint/2010/main" val="41952420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289342-CAD4-4AB0-8686-03ABA03F3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45" y="2518331"/>
            <a:ext cx="10958510" cy="1821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CBD48A8-BB5B-4C05-B66B-F3F7548B6DF8}"/>
              </a:ext>
            </a:extLst>
          </p:cNvPr>
          <p:cNvSpPr txBox="1"/>
          <p:nvPr/>
        </p:nvSpPr>
        <p:spPr>
          <a:xfrm>
            <a:off x="616745" y="2148999"/>
            <a:ext cx="3066224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Test both phone number types</a:t>
            </a:r>
          </a:p>
        </p:txBody>
      </p:sp>
    </p:spTree>
    <p:extLst>
      <p:ext uri="{BB962C8B-B14F-4D97-AF65-F5344CB8AC3E}">
        <p14:creationId xmlns:p14="http://schemas.microsoft.com/office/powerpoint/2010/main" val="25732267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3CC754-0E59-4589-B2F2-774D18BD7BA7}"/>
              </a:ext>
            </a:extLst>
          </p:cNvPr>
          <p:cNvSpPr txBox="1"/>
          <p:nvPr/>
        </p:nvSpPr>
        <p:spPr>
          <a:xfrm>
            <a:off x="5763804" y="962222"/>
            <a:ext cx="354565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7030A0"/>
                </a:solidFill>
                <a:latin typeface="Abadi" panose="020B0604020104020204" pitchFamily="34" charset="0"/>
              </a:rPr>
              <a:t>1234567890</a:t>
            </a:r>
          </a:p>
          <a:p>
            <a:r>
              <a:rPr lang="en-US" sz="3600" dirty="0">
                <a:solidFill>
                  <a:srgbClr val="7030A0"/>
                </a:solidFill>
                <a:latin typeface="Abadi" panose="020B0604020104020204" pitchFamily="34" charset="0"/>
              </a:rPr>
              <a:t>123.456.7890</a:t>
            </a:r>
          </a:p>
          <a:p>
            <a:r>
              <a:rPr lang="en-US" sz="3600" dirty="0">
                <a:solidFill>
                  <a:srgbClr val="7030A0"/>
                </a:solidFill>
                <a:latin typeface="Abadi" panose="020B0604020104020204" pitchFamily="34" charset="0"/>
              </a:rPr>
              <a:t>123-456-7890</a:t>
            </a:r>
          </a:p>
          <a:p>
            <a:r>
              <a:rPr lang="en-US" sz="3600" dirty="0">
                <a:solidFill>
                  <a:srgbClr val="7030A0"/>
                </a:solidFill>
                <a:latin typeface="Abadi" panose="020B0604020104020204" pitchFamily="34" charset="0"/>
              </a:rPr>
              <a:t>123 456 7890</a:t>
            </a:r>
            <a:endParaRPr lang="en-US" sz="4800" dirty="0">
              <a:solidFill>
                <a:srgbClr val="7030A0"/>
              </a:solidFill>
              <a:latin typeface="Abadi" panose="020B06040201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E53F07-A1A7-49D2-8BF1-ABC7E9D3DD5C}"/>
              </a:ext>
            </a:extLst>
          </p:cNvPr>
          <p:cNvSpPr txBox="1"/>
          <p:nvPr/>
        </p:nvSpPr>
        <p:spPr>
          <a:xfrm>
            <a:off x="1428345" y="1208443"/>
            <a:ext cx="30828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Match common separators: none, dot, hyphen, or space </a:t>
            </a:r>
            <a:r>
              <a:rPr lang="en-US" sz="2800" dirty="0">
                <a:solidFill>
                  <a:srgbClr val="FF0000"/>
                </a:solidFill>
              </a:rPr>
              <a:t>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41C8EF-5222-45FE-9E22-12E388321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345" y="3719768"/>
            <a:ext cx="10072399" cy="1715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2562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486C16-16BE-4A97-9E27-AC9836273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400" y="1615283"/>
            <a:ext cx="11065199" cy="3627434"/>
          </a:xfrm>
          <a:prstGeom prst="rect">
            <a:avLst/>
          </a:prstGeom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E46B73F8-520E-46C1-876F-C045578B7A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2280" y="2174240"/>
            <a:ext cx="325120" cy="325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1098EF9A-4498-494F-A02A-60BC4D014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2280" y="3030377"/>
            <a:ext cx="325120" cy="325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986B0466-67AB-43E6-8FC7-EA25BC414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00" y="4043681"/>
            <a:ext cx="325120" cy="325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7F807ACB-1F9A-449F-B61B-BD13882911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00" y="4831237"/>
            <a:ext cx="325120" cy="325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399C1FF-D1BF-43B7-A355-DC9C325EF3E9}"/>
              </a:ext>
            </a:extLst>
          </p:cNvPr>
          <p:cNvSpPr txBox="1"/>
          <p:nvPr/>
        </p:nvSpPr>
        <p:spPr>
          <a:xfrm>
            <a:off x="563400" y="1239699"/>
            <a:ext cx="2203424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Test all four common </a:t>
            </a:r>
          </a:p>
        </p:txBody>
      </p:sp>
    </p:spTree>
    <p:extLst>
      <p:ext uri="{BB962C8B-B14F-4D97-AF65-F5344CB8AC3E}">
        <p14:creationId xmlns:p14="http://schemas.microsoft.com/office/powerpoint/2010/main" val="22257971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3CC754-0E59-4589-B2F2-774D18BD7BA7}"/>
              </a:ext>
            </a:extLst>
          </p:cNvPr>
          <p:cNvSpPr txBox="1"/>
          <p:nvPr/>
        </p:nvSpPr>
        <p:spPr>
          <a:xfrm>
            <a:off x="6607865" y="744357"/>
            <a:ext cx="357245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7030A0"/>
                </a:solidFill>
                <a:latin typeface="Abadi" panose="020B0604020104020204" pitchFamily="34" charset="0"/>
              </a:rPr>
              <a:t>1234567890</a:t>
            </a:r>
          </a:p>
          <a:p>
            <a:r>
              <a:rPr lang="en-US" sz="3600" dirty="0">
                <a:solidFill>
                  <a:srgbClr val="7030A0"/>
                </a:solidFill>
                <a:latin typeface="Abadi" panose="020B0604020104020204" pitchFamily="34" charset="0"/>
              </a:rPr>
              <a:t>123.456.7890</a:t>
            </a:r>
          </a:p>
          <a:p>
            <a:r>
              <a:rPr lang="en-US" sz="3600" dirty="0">
                <a:solidFill>
                  <a:srgbClr val="7030A0"/>
                </a:solidFill>
                <a:latin typeface="Abadi" panose="020B0604020104020204" pitchFamily="34" charset="0"/>
              </a:rPr>
              <a:t>123-456-7890</a:t>
            </a:r>
          </a:p>
          <a:p>
            <a:r>
              <a:rPr lang="en-US" sz="3600" dirty="0">
                <a:solidFill>
                  <a:srgbClr val="7030A0"/>
                </a:solidFill>
                <a:latin typeface="Abadi" panose="020B0604020104020204" pitchFamily="34" charset="0"/>
              </a:rPr>
              <a:t>123 456 7890</a:t>
            </a:r>
          </a:p>
          <a:p>
            <a:r>
              <a:rPr lang="en-US" sz="3600" dirty="0">
                <a:solidFill>
                  <a:schemeClr val="accent2">
                    <a:lumMod val="20000"/>
                    <a:lumOff val="80000"/>
                  </a:schemeClr>
                </a:solidFill>
                <a:latin typeface="Abadi" panose="020B0604020104020204" pitchFamily="34" charset="0"/>
              </a:rPr>
              <a:t>(</a:t>
            </a:r>
            <a:r>
              <a:rPr lang="en-US" sz="3600" dirty="0">
                <a:solidFill>
                  <a:schemeClr val="accent6"/>
                </a:solidFill>
                <a:latin typeface="Abadi" panose="020B0604020104020204" pitchFamily="34" charset="0"/>
              </a:rPr>
              <a:t>123</a:t>
            </a:r>
            <a:r>
              <a:rPr lang="en-US" sz="3600" dirty="0">
                <a:solidFill>
                  <a:srgbClr val="C00000"/>
                </a:solidFill>
                <a:latin typeface="Abadi" panose="020B0604020104020204" pitchFamily="34" charset="0"/>
              </a:rPr>
              <a:t>)</a:t>
            </a:r>
            <a:r>
              <a:rPr lang="en-US" sz="3600" dirty="0">
                <a:solidFill>
                  <a:srgbClr val="7030A0"/>
                </a:solidFill>
                <a:latin typeface="Abadi" panose="020B0604020104020204" pitchFamily="34" charset="0"/>
              </a:rPr>
              <a:t>456-7890</a:t>
            </a:r>
            <a:endParaRPr lang="en-US" sz="4800" dirty="0">
              <a:solidFill>
                <a:srgbClr val="7030A0"/>
              </a:solidFill>
              <a:latin typeface="Abadi" panose="020B06040201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E53F07-A1A7-49D2-8BF1-ABC7E9D3DD5C}"/>
              </a:ext>
            </a:extLst>
          </p:cNvPr>
          <p:cNvSpPr txBox="1"/>
          <p:nvPr/>
        </p:nvSpPr>
        <p:spPr>
          <a:xfrm>
            <a:off x="1625601" y="1330364"/>
            <a:ext cx="34340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Match optional parentheses around the area 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E08EA3-BB70-4BE6-92FE-CC68D399B25B}"/>
              </a:ext>
            </a:extLst>
          </p:cNvPr>
          <p:cNvSpPr txBox="1"/>
          <p:nvPr/>
        </p:nvSpPr>
        <p:spPr>
          <a:xfrm>
            <a:off x="758094" y="3253037"/>
            <a:ext cx="1118381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Abadi" panose="020B0604020104020204" pitchFamily="34" charset="0"/>
              </a:rPr>
              <a:t>syntax: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Abadi" panose="020B0604020104020204" pitchFamily="34" charset="0"/>
              </a:rPr>
              <a:t>?</a:t>
            </a:r>
            <a:r>
              <a:rPr lang="en-US" sz="3600" dirty="0">
                <a:solidFill>
                  <a:schemeClr val="accent2">
                    <a:lumMod val="20000"/>
                    <a:lumOff val="80000"/>
                  </a:schemeClr>
                </a:solidFill>
                <a:highlight>
                  <a:srgbClr val="FFFF00"/>
                </a:highlight>
                <a:latin typeface="Abadi" panose="020B0604020104020204" pitchFamily="34" charset="0"/>
              </a:rPr>
              <a:t>if</a:t>
            </a:r>
            <a:r>
              <a:rPr lang="en-US" sz="3600" dirty="0">
                <a:solidFill>
                  <a:srgbClr val="C00000"/>
                </a:solidFill>
                <a:highlight>
                  <a:srgbClr val="FFFF00"/>
                </a:highlight>
                <a:latin typeface="Abadi" panose="020B0604020104020204" pitchFamily="34" charset="0"/>
              </a:rPr>
              <a:t> </a:t>
            </a:r>
            <a:r>
              <a:rPr lang="en-US" sz="3600" dirty="0" err="1">
                <a:solidFill>
                  <a:srgbClr val="C00000"/>
                </a:solidFill>
                <a:highlight>
                  <a:srgbClr val="C0C0C0"/>
                </a:highlight>
                <a:latin typeface="Abadi" panose="020B0604020104020204" pitchFamily="34" charset="0"/>
              </a:rPr>
              <a:t>then</a:t>
            </a:r>
            <a:r>
              <a:rPr lang="en-US" sz="3600" dirty="0" err="1">
                <a:solidFill>
                  <a:schemeClr val="accent6">
                    <a:lumMod val="50000"/>
                  </a:schemeClr>
                </a:solidFill>
                <a:latin typeface="Abadi" panose="020B0604020104020204" pitchFamily="34" charset="0"/>
              </a:rPr>
              <a:t>|</a:t>
            </a:r>
            <a:r>
              <a:rPr lang="en-US" sz="3600" dirty="0" err="1">
                <a:solidFill>
                  <a:srgbClr val="7030A0"/>
                </a:solidFill>
                <a:highlight>
                  <a:srgbClr val="00FFFF"/>
                </a:highlight>
                <a:latin typeface="Abadi" panose="020B0604020104020204" pitchFamily="34" charset="0"/>
              </a:rPr>
              <a:t>else</a:t>
            </a:r>
            <a:endParaRPr lang="en-US" sz="3600" dirty="0">
              <a:solidFill>
                <a:schemeClr val="accent6">
                  <a:lumMod val="50000"/>
                </a:schemeClr>
              </a:solidFill>
              <a:latin typeface="Abadi" panose="020B0604020104020204" pitchFamily="34" charset="0"/>
            </a:endParaRPr>
          </a:p>
          <a:p>
            <a:r>
              <a:rPr lang="en-GB" sz="3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</a:t>
            </a:r>
            <a:r>
              <a:rPr lang="en-GB" sz="36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\(</a:t>
            </a:r>
            <a:r>
              <a:rPr lang="en-GB" sz="3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)? </a:t>
            </a:r>
            <a:r>
              <a:rPr lang="en-GB" sz="2000" dirty="0">
                <a:solidFill>
                  <a:schemeClr val="accent6"/>
                </a:solidFill>
              </a:rPr>
              <a:t>\b[0-9]{3} </a:t>
            </a:r>
            <a:r>
              <a:rPr lang="en-US" sz="4800" dirty="0">
                <a:solidFill>
                  <a:schemeClr val="accent6">
                    <a:lumMod val="50000"/>
                  </a:schemeClr>
                </a:solidFill>
                <a:latin typeface="Abadi" panose="020B0604020104020204" pitchFamily="34" charset="0"/>
              </a:rPr>
              <a:t>(?</a:t>
            </a:r>
            <a:r>
              <a:rPr lang="en-US" sz="4800" dirty="0">
                <a:solidFill>
                  <a:schemeClr val="bg2">
                    <a:lumMod val="90000"/>
                  </a:schemeClr>
                </a:solidFill>
                <a:highlight>
                  <a:srgbClr val="FFFF00"/>
                </a:highlight>
                <a:latin typeface="Abadi" panose="020B0604020104020204" pitchFamily="34" charset="0"/>
              </a:rPr>
              <a:t>(</a:t>
            </a:r>
            <a:r>
              <a:rPr lang="en-US" sz="4800" dirty="0">
                <a:solidFill>
                  <a:schemeClr val="accent2">
                    <a:lumMod val="20000"/>
                    <a:lumOff val="80000"/>
                  </a:schemeClr>
                </a:solidFill>
                <a:highlight>
                  <a:srgbClr val="FFFF00"/>
                </a:highlight>
                <a:latin typeface="Abadi" panose="020B0604020104020204" pitchFamily="34" charset="0"/>
              </a:rPr>
              <a:t>1</a:t>
            </a:r>
            <a:r>
              <a:rPr lang="en-US" sz="4800" dirty="0">
                <a:solidFill>
                  <a:schemeClr val="bg2">
                    <a:lumMod val="90000"/>
                  </a:schemeClr>
                </a:solidFill>
                <a:highlight>
                  <a:srgbClr val="FFFF00"/>
                </a:highlight>
                <a:latin typeface="Abadi" panose="020B0604020104020204" pitchFamily="34" charset="0"/>
              </a:rPr>
              <a:t>) </a:t>
            </a:r>
            <a:r>
              <a:rPr lang="en-US" sz="4800" dirty="0">
                <a:solidFill>
                  <a:srgbClr val="C00000"/>
                </a:solidFill>
                <a:highlight>
                  <a:srgbClr val="C0C0C0"/>
                </a:highlight>
                <a:latin typeface="Abadi" panose="020B0604020104020204" pitchFamily="34" charset="0"/>
              </a:rPr>
              <a:t>\)</a:t>
            </a:r>
            <a:r>
              <a:rPr lang="en-US" sz="4800" dirty="0">
                <a:solidFill>
                  <a:schemeClr val="accent6">
                    <a:lumMod val="50000"/>
                  </a:schemeClr>
                </a:solidFill>
                <a:latin typeface="Abadi" panose="020B0604020104020204" pitchFamily="34" charset="0"/>
              </a:rPr>
              <a:t>|</a:t>
            </a:r>
            <a:r>
              <a:rPr lang="en-US" sz="2400" dirty="0">
                <a:solidFill>
                  <a:srgbClr val="7030A0"/>
                </a:solidFill>
                <a:highlight>
                  <a:srgbClr val="00FFFF"/>
                </a:highlight>
                <a:latin typeface="Abadi" panose="020B0604020104020204" pitchFamily="34" charset="0"/>
              </a:rPr>
              <a:t>[. -]?</a:t>
            </a:r>
            <a:r>
              <a:rPr lang="en-US" sz="4800" dirty="0">
                <a:solidFill>
                  <a:schemeClr val="accent6">
                    <a:lumMod val="50000"/>
                  </a:schemeClr>
                </a:solidFill>
                <a:latin typeface="Abadi" panose="020B0604020104020204" pitchFamily="34" charset="0"/>
              </a:rPr>
              <a:t>)</a:t>
            </a:r>
            <a:r>
              <a:rPr lang="en-GB" sz="4800" dirty="0"/>
              <a:t> </a:t>
            </a:r>
            <a:r>
              <a:rPr lang="en-GB" sz="2000" dirty="0">
                <a:solidFill>
                  <a:srgbClr val="7030A0"/>
                </a:solidFill>
              </a:rPr>
              <a:t>[0-9]{3}[. -]?[0-9]{4}\b</a:t>
            </a:r>
            <a:endParaRPr lang="en-GB" sz="4800" dirty="0">
              <a:solidFill>
                <a:srgbClr val="7030A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23C88D-EB75-407C-B6E9-ADA8B8C17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706" y="5149415"/>
            <a:ext cx="10668925" cy="99830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C526497-67FC-9D59-34BE-52EF89559613}"/>
                  </a:ext>
                </a:extLst>
              </p14:cNvPr>
              <p14:cNvContentPartPr/>
              <p14:nvPr/>
            </p14:nvContentPartPr>
            <p14:xfrm>
              <a:off x="794254" y="4556797"/>
              <a:ext cx="56988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C526497-67FC-9D59-34BE-52EF8955961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8134" y="4550317"/>
                <a:ext cx="58212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759F758F-E9E8-1DEE-FD01-3E290F9FD20C}"/>
              </a:ext>
            </a:extLst>
          </p:cNvPr>
          <p:cNvGrpSpPr/>
          <p:nvPr/>
        </p:nvGrpSpPr>
        <p:grpSpPr>
          <a:xfrm>
            <a:off x="1019254" y="4669584"/>
            <a:ext cx="98280" cy="217440"/>
            <a:chOff x="1019254" y="4669584"/>
            <a:chExt cx="98280" cy="21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71BA5C4-426F-2671-568A-FAFB393CAAE2}"/>
                    </a:ext>
                  </a:extLst>
                </p14:cNvPr>
                <p14:cNvContentPartPr/>
                <p14:nvPr/>
              </p14:nvContentPartPr>
              <p14:xfrm>
                <a:off x="1026454" y="4669584"/>
                <a:ext cx="57600" cy="1915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71BA5C4-426F-2671-568A-FAFB393CAAE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08814" y="4651944"/>
                  <a:ext cx="932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8DCF92C-49F6-870D-FD79-C382F702435F}"/>
                    </a:ext>
                  </a:extLst>
                </p14:cNvPr>
                <p14:cNvContentPartPr/>
                <p14:nvPr/>
              </p14:nvContentPartPr>
              <p14:xfrm>
                <a:off x="1019254" y="4886664"/>
                <a:ext cx="98280" cy="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8DCF92C-49F6-870D-FD79-C382F702435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01254" y="4868664"/>
                  <a:ext cx="13392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D6796AE-75D5-2B93-2A71-92EF768CCAAE}"/>
              </a:ext>
            </a:extLst>
          </p:cNvPr>
          <p:cNvGrpSpPr/>
          <p:nvPr/>
        </p:nvGrpSpPr>
        <p:grpSpPr>
          <a:xfrm>
            <a:off x="1731334" y="4534224"/>
            <a:ext cx="1959480" cy="392040"/>
            <a:chOff x="1731334" y="4534224"/>
            <a:chExt cx="1959480" cy="39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CB6AB6F-5718-78D6-CA96-0328DA487BCA}"/>
                    </a:ext>
                  </a:extLst>
                </p14:cNvPr>
                <p14:cNvContentPartPr/>
                <p14:nvPr/>
              </p14:nvContentPartPr>
              <p14:xfrm>
                <a:off x="1731334" y="4542144"/>
                <a:ext cx="1909800" cy="384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CB6AB6F-5718-78D6-CA96-0328DA487BC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13334" y="4524144"/>
                  <a:ext cx="1945440" cy="4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C9F7AAD-A240-284D-619D-93F4A62247A9}"/>
                    </a:ext>
                  </a:extLst>
                </p14:cNvPr>
                <p14:cNvContentPartPr/>
                <p14:nvPr/>
              </p14:nvContentPartPr>
              <p14:xfrm>
                <a:off x="3597214" y="4534224"/>
                <a:ext cx="93600" cy="651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C9F7AAD-A240-284D-619D-93F4A62247A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579574" y="4516584"/>
                  <a:ext cx="129240" cy="100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848324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18C2C-4236-4D97-A6C9-ECA4889A4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Match email addresses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84C95B-82E5-46E9-91A2-57A5F068E6F9}"/>
              </a:ext>
            </a:extLst>
          </p:cNvPr>
          <p:cNvSpPr txBox="1"/>
          <p:nvPr/>
        </p:nvSpPr>
        <p:spPr>
          <a:xfrm>
            <a:off x="2360246" y="2163578"/>
            <a:ext cx="700258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chemeClr val="accent4"/>
                </a:solidFill>
                <a:latin typeface="Abadi" panose="020B0604020104020204" pitchFamily="34" charset="0"/>
              </a:rPr>
              <a:t>johndoe</a:t>
            </a:r>
            <a:r>
              <a:rPr lang="en-US" sz="4800" dirty="0">
                <a:solidFill>
                  <a:srgbClr val="7030A0"/>
                </a:solidFill>
                <a:latin typeface="Abadi" panose="020B0604020104020204" pitchFamily="34" charset="0"/>
              </a:rPr>
              <a:t>@</a:t>
            </a:r>
            <a:r>
              <a:rPr lang="en-US" sz="4800" dirty="0">
                <a:solidFill>
                  <a:schemeClr val="accent5"/>
                </a:solidFill>
                <a:latin typeface="Abadi" panose="020B0604020104020204" pitchFamily="34" charset="0"/>
              </a:rPr>
              <a:t>ubalt</a:t>
            </a:r>
            <a:r>
              <a:rPr lang="en-US" sz="4800" dirty="0">
                <a:solidFill>
                  <a:srgbClr val="FF0000"/>
                </a:solidFill>
                <a:latin typeface="Abadi" panose="020B0604020104020204" pitchFamily="34" charset="0"/>
              </a:rPr>
              <a:t>.</a:t>
            </a:r>
            <a:r>
              <a:rPr lang="en-US" sz="4800" dirty="0">
                <a:solidFill>
                  <a:schemeClr val="accent4">
                    <a:lumMod val="50000"/>
                  </a:schemeClr>
                </a:solidFill>
                <a:latin typeface="Abadi" panose="020B0604020104020204" pitchFamily="34" charset="0"/>
              </a:rPr>
              <a:t>edu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AA585E-384C-4017-9EF7-68136C4B3DEB}"/>
              </a:ext>
            </a:extLst>
          </p:cNvPr>
          <p:cNvSpPr/>
          <p:nvPr/>
        </p:nvSpPr>
        <p:spPr>
          <a:xfrm>
            <a:off x="2243016" y="2229671"/>
            <a:ext cx="2352431" cy="7649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3205DC-ECAF-474E-9E71-0A90425D27D7}"/>
              </a:ext>
            </a:extLst>
          </p:cNvPr>
          <p:cNvSpPr/>
          <p:nvPr/>
        </p:nvSpPr>
        <p:spPr>
          <a:xfrm>
            <a:off x="5203092" y="2196624"/>
            <a:ext cx="2500241" cy="7649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407D51-6F00-46CF-848C-33965170A0A0}"/>
              </a:ext>
            </a:extLst>
          </p:cNvPr>
          <p:cNvSpPr txBox="1"/>
          <p:nvPr/>
        </p:nvSpPr>
        <p:spPr>
          <a:xfrm>
            <a:off x="6096000" y="1746945"/>
            <a:ext cx="20359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domain name</a:t>
            </a:r>
            <a:endParaRPr 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F8A6D5-6A9D-41DA-8A65-CDBD2DF156EF}"/>
              </a:ext>
            </a:extLst>
          </p:cNvPr>
          <p:cNvSpPr txBox="1"/>
          <p:nvPr/>
        </p:nvSpPr>
        <p:spPr>
          <a:xfrm>
            <a:off x="2770554" y="1730422"/>
            <a:ext cx="1422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Local part</a:t>
            </a:r>
            <a:endParaRPr lang="en-US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A48AD3-4030-4B5E-8432-7ED796915C35}"/>
              </a:ext>
            </a:extLst>
          </p:cNvPr>
          <p:cNvSpPr txBox="1"/>
          <p:nvPr/>
        </p:nvSpPr>
        <p:spPr>
          <a:xfrm>
            <a:off x="7340599" y="0"/>
            <a:ext cx="514057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  <a:latin typeface="Abadi" panose="020B0604020104020204" pitchFamily="34" charset="0"/>
              </a:rPr>
              <a:t>john.doe</a:t>
            </a:r>
            <a:r>
              <a:rPr lang="en-US" sz="3200" dirty="0">
                <a:latin typeface="Abadi" panose="020B0604020104020204" pitchFamily="34" charset="0"/>
              </a:rPr>
              <a:t>@</a:t>
            </a:r>
            <a:r>
              <a:rPr lang="en-US" sz="3200" dirty="0">
                <a:solidFill>
                  <a:schemeClr val="accent6"/>
                </a:solidFill>
                <a:latin typeface="Abadi" panose="020B0604020104020204" pitchFamily="34" charset="0"/>
              </a:rPr>
              <a:t>gmail.com</a:t>
            </a:r>
          </a:p>
          <a:p>
            <a:r>
              <a:rPr lang="en-US" sz="3200" dirty="0">
                <a:solidFill>
                  <a:schemeClr val="accent6"/>
                </a:solidFill>
                <a:latin typeface="Abadi" panose="020B0604020104020204" pitchFamily="34" charset="0"/>
              </a:rPr>
              <a:t>john-doe</a:t>
            </a:r>
            <a:r>
              <a:rPr lang="en-US" sz="3200" dirty="0">
                <a:latin typeface="Abadi" panose="020B0604020104020204" pitchFamily="34" charset="0"/>
              </a:rPr>
              <a:t>@</a:t>
            </a:r>
            <a:r>
              <a:rPr lang="en-US" sz="3200" dirty="0">
                <a:solidFill>
                  <a:schemeClr val="accent6"/>
                </a:solidFill>
                <a:latin typeface="Abadi" panose="020B0604020104020204" pitchFamily="34" charset="0"/>
              </a:rPr>
              <a:t>md.gov</a:t>
            </a:r>
          </a:p>
          <a:p>
            <a:r>
              <a:rPr lang="en-US" sz="3200" dirty="0">
                <a:solidFill>
                  <a:schemeClr val="accent6"/>
                </a:solidFill>
                <a:latin typeface="Abadi" panose="020B0604020104020204" pitchFamily="34" charset="0"/>
              </a:rPr>
              <a:t>johnDoe001</a:t>
            </a:r>
            <a:r>
              <a:rPr lang="en-US" sz="3200" dirty="0">
                <a:latin typeface="Abadi" panose="020B0604020104020204" pitchFamily="34" charset="0"/>
              </a:rPr>
              <a:t>@</a:t>
            </a:r>
            <a:r>
              <a:rPr lang="en-US" sz="3200" dirty="0">
                <a:solidFill>
                  <a:schemeClr val="accent6"/>
                </a:solidFill>
                <a:latin typeface="Abadi" panose="020B0604020104020204" pitchFamily="34" charset="0"/>
              </a:rPr>
              <a:t>mozilla.org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379A1A-12C0-4B1D-BC82-5C3FD33F8B86}"/>
              </a:ext>
            </a:extLst>
          </p:cNvPr>
          <p:cNvSpPr txBox="1"/>
          <p:nvPr/>
        </p:nvSpPr>
        <p:spPr>
          <a:xfrm>
            <a:off x="1555262" y="3459654"/>
            <a:ext cx="3165931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4"/>
                </a:solidFill>
              </a:rPr>
              <a:t>Consists of letters, digital, -,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4"/>
                </a:solidFill>
              </a:rPr>
              <a:t>2-15 characters long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4"/>
              </a:solidFill>
            </a:endParaRPr>
          </a:p>
          <a:p>
            <a:r>
              <a:rPr lang="en-US" sz="2000" b="1" dirty="0">
                <a:solidFill>
                  <a:schemeClr val="accent4"/>
                </a:solidFill>
                <a:latin typeface="Abadi" panose="020B0604020104020204" pitchFamily="34" charset="0"/>
              </a:rPr>
              <a:t>[a-zA-Z0-9.-]{2,15}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C5C988-DBE0-4CFF-BC3C-28B9C99ACB5A}"/>
              </a:ext>
            </a:extLst>
          </p:cNvPr>
          <p:cNvSpPr txBox="1"/>
          <p:nvPr/>
        </p:nvSpPr>
        <p:spPr>
          <a:xfrm>
            <a:off x="5115976" y="3551987"/>
            <a:ext cx="269977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5"/>
                </a:solidFill>
                <a:latin typeface="Abadi" panose="020B0604020104020204" pitchFamily="34" charset="0"/>
              </a:rPr>
              <a:t>Consists of letters, digital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5"/>
                </a:solidFill>
                <a:latin typeface="Abadi" panose="020B0604020104020204" pitchFamily="34" charset="0"/>
              </a:rPr>
              <a:t>1-15 characters long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5"/>
              </a:solidFill>
              <a:latin typeface="Abadi" panose="020B0604020104020204" pitchFamily="34" charset="0"/>
            </a:endParaRPr>
          </a:p>
          <a:p>
            <a:r>
              <a:rPr lang="en-US" sz="2400" b="1" dirty="0">
                <a:solidFill>
                  <a:srgbClr val="0070C0"/>
                </a:solidFill>
                <a:latin typeface="Abadi" panose="020B0604020104020204" pitchFamily="34" charset="0"/>
              </a:rPr>
              <a:t>[a-zA-Z0-9]{1,15}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0FCF9B-677D-4876-88C1-D389B6813CB8}"/>
              </a:ext>
            </a:extLst>
          </p:cNvPr>
          <p:cNvSpPr txBox="1"/>
          <p:nvPr/>
        </p:nvSpPr>
        <p:spPr>
          <a:xfrm>
            <a:off x="8323803" y="3428875"/>
            <a:ext cx="2977097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4">
                    <a:lumMod val="50000"/>
                  </a:schemeClr>
                </a:solidFill>
                <a:latin typeface="Abadi" panose="020B0604020104020204" pitchFamily="34" charset="0"/>
              </a:rPr>
              <a:t>Consists of letters, digital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4">
                    <a:lumMod val="50000"/>
                  </a:schemeClr>
                </a:solidFill>
                <a:latin typeface="Abadi" panose="020B0604020104020204" pitchFamily="34" charset="0"/>
              </a:rPr>
              <a:t>3-4 characters long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4">
                  <a:lumMod val="50000"/>
                </a:schemeClr>
              </a:solidFill>
              <a:latin typeface="Abadi" panose="020B0604020104020204" pitchFamily="34" charset="0"/>
            </a:endParaRPr>
          </a:p>
          <a:p>
            <a:r>
              <a:rPr lang="en-US" sz="2400" dirty="0">
                <a:solidFill>
                  <a:schemeClr val="accent4">
                    <a:lumMod val="50000"/>
                  </a:schemeClr>
                </a:solidFill>
                <a:latin typeface="Abadi" panose="020B0604020104020204" pitchFamily="34" charset="0"/>
              </a:rPr>
              <a:t>[a-zA-Z0-9]{3,4}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27A2B9-54D5-4496-8CCF-80C3F5CBEF01}"/>
              </a:ext>
            </a:extLst>
          </p:cNvPr>
          <p:cNvSpPr txBox="1"/>
          <p:nvPr/>
        </p:nvSpPr>
        <p:spPr>
          <a:xfrm>
            <a:off x="4595447" y="3459652"/>
            <a:ext cx="70143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7030A0"/>
                </a:solidFill>
                <a:latin typeface="Abadi" panose="020B0604020104020204" pitchFamily="34" charset="0"/>
              </a:rPr>
              <a:t>@</a:t>
            </a:r>
            <a:endParaRPr lang="en-US" sz="3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F8D3CA2-991C-4189-BD14-A5B3354A6D21}"/>
              </a:ext>
            </a:extLst>
          </p:cNvPr>
          <p:cNvSpPr txBox="1"/>
          <p:nvPr/>
        </p:nvSpPr>
        <p:spPr>
          <a:xfrm>
            <a:off x="7909934" y="3265828"/>
            <a:ext cx="3731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Abadi" panose="020B0604020104020204" pitchFamily="34" charset="0"/>
              </a:rPr>
              <a:t>.</a:t>
            </a:r>
            <a:endParaRPr lang="en-US" sz="4000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5274526-8557-400B-8409-F3DFB8DEF173}"/>
              </a:ext>
            </a:extLst>
          </p:cNvPr>
          <p:cNvCxnSpPr>
            <a:cxnSpLocks/>
            <a:stCxn id="5" idx="2"/>
            <a:endCxn id="16" idx="0"/>
          </p:cNvCxnSpPr>
          <p:nvPr/>
        </p:nvCxnSpPr>
        <p:spPr>
          <a:xfrm flipH="1">
            <a:off x="3138228" y="2994575"/>
            <a:ext cx="281004" cy="465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462F996-1C46-4BF8-9DE9-E13D479FE927}"/>
              </a:ext>
            </a:extLst>
          </p:cNvPr>
          <p:cNvCxnSpPr>
            <a:endCxn id="21" idx="0"/>
          </p:cNvCxnSpPr>
          <p:nvPr/>
        </p:nvCxnSpPr>
        <p:spPr>
          <a:xfrm>
            <a:off x="4946162" y="2619681"/>
            <a:ext cx="1" cy="839971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0AEE045-ED95-49F9-A351-92303E90115C}"/>
              </a:ext>
            </a:extLst>
          </p:cNvPr>
          <p:cNvCxnSpPr>
            <a:endCxn id="18" idx="0"/>
          </p:cNvCxnSpPr>
          <p:nvPr/>
        </p:nvCxnSpPr>
        <p:spPr>
          <a:xfrm>
            <a:off x="5854529" y="2771669"/>
            <a:ext cx="611336" cy="780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98C4F5E-C855-4D2C-9332-46EB2F2C8DCE}"/>
              </a:ext>
            </a:extLst>
          </p:cNvPr>
          <p:cNvCxnSpPr>
            <a:cxnSpLocks/>
          </p:cNvCxnSpPr>
          <p:nvPr/>
        </p:nvCxnSpPr>
        <p:spPr>
          <a:xfrm>
            <a:off x="6616656" y="2771669"/>
            <a:ext cx="1456027" cy="9171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E003580-394C-4A07-9336-9B8F0CC2590A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7521316" y="2876378"/>
            <a:ext cx="2291036" cy="5524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9C31E69-5870-4EE9-ADAC-E4826B037AC3}"/>
              </a:ext>
            </a:extLst>
          </p:cNvPr>
          <p:cNvSpPr txBox="1"/>
          <p:nvPr/>
        </p:nvSpPr>
        <p:spPr>
          <a:xfrm>
            <a:off x="4123460" y="4167540"/>
            <a:ext cx="6767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7030A0"/>
                </a:solidFill>
                <a:latin typeface="Abadi" panose="020B0604020104020204" pitchFamily="34" charset="0"/>
              </a:rPr>
              <a:t>@</a:t>
            </a:r>
            <a:endParaRPr lang="en-US" sz="28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E71342D-267D-4C0E-ACAD-D665BF8A8FE7}"/>
              </a:ext>
            </a:extLst>
          </p:cNvPr>
          <p:cNvSpPr txBox="1"/>
          <p:nvPr/>
        </p:nvSpPr>
        <p:spPr>
          <a:xfrm>
            <a:off x="7703333" y="4093910"/>
            <a:ext cx="5242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Abadi" panose="020B0604020104020204" pitchFamily="34" charset="0"/>
              </a:rPr>
              <a:t>\.</a:t>
            </a:r>
            <a:endParaRPr lang="en-US" sz="4000" dirty="0"/>
          </a:p>
        </p:txBody>
      </p:sp>
      <p:sp>
        <p:nvSpPr>
          <p:cNvPr id="7" name="Rounded Rectangle 37">
            <a:extLst>
              <a:ext uri="{FF2B5EF4-FFF2-40B4-BE49-F238E27FC236}">
                <a16:creationId xmlns:a16="http://schemas.microsoft.com/office/drawing/2014/main" id="{D3F9861B-4609-02B8-F0E8-7DD9E91ECB9B}"/>
              </a:ext>
            </a:extLst>
          </p:cNvPr>
          <p:cNvSpPr/>
          <p:nvPr/>
        </p:nvSpPr>
        <p:spPr>
          <a:xfrm>
            <a:off x="841248" y="5440680"/>
            <a:ext cx="7223760" cy="45720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BF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buNone/>
              <a:defRPr sz="1400">
                <a:solidFill>
                  <a:srgbClr val="000000"/>
                </a:solidFill>
                <a:latin typeface="Arial"/>
              </a:defRPr>
            </a:pPr>
            <a:r>
              <a:rPr sz="1400" b="0">
                <a:solidFill>
                  <a:srgbClr val="000000"/>
                </a:solidFill>
                <a:latin typeface="Arial"/>
              </a:rPr>
              <a:t>Teaching pattern only: real email validation is more complex than this simplified regex.</a:t>
            </a:r>
          </a:p>
        </p:txBody>
      </p:sp>
    </p:spTree>
    <p:extLst>
      <p:ext uri="{BB962C8B-B14F-4D97-AF65-F5344CB8AC3E}">
        <p14:creationId xmlns:p14="http://schemas.microsoft.com/office/powerpoint/2010/main" val="20868889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A60571-EC1C-4F00-A567-3E264507F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8907" y="424853"/>
            <a:ext cx="7653189" cy="30041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15DF59-A77A-4A87-B1B4-F245D2AE13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93044"/>
            <a:ext cx="12192000" cy="2582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2262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F626BE-BBAC-4681-9E5B-94BA6D6A4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74" y="3295468"/>
            <a:ext cx="11899851" cy="30177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7E751E7-E854-46F2-B312-B6ACEDE7E1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3313" y="0"/>
            <a:ext cx="9548687" cy="301778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213F327-84C0-41E0-953E-F9DE72DFC432}"/>
              </a:ext>
            </a:extLst>
          </p:cNvPr>
          <p:cNvSpPr/>
          <p:nvPr/>
        </p:nvSpPr>
        <p:spPr>
          <a:xfrm>
            <a:off x="6245157" y="894945"/>
            <a:ext cx="1692613" cy="21228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3007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1D819-41DE-4F19-8A9C-044DF79D0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Validate a simple password policy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6E5CE0-04CC-4006-946D-69C8D29AE831}"/>
              </a:ext>
            </a:extLst>
          </p:cNvPr>
          <p:cNvSpPr txBox="1"/>
          <p:nvPr/>
        </p:nvSpPr>
        <p:spPr>
          <a:xfrm>
            <a:off x="838200" y="1995488"/>
            <a:ext cx="838417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• Length: 3–18 characters</a:t>
            </a:r>
          </a:p>
          <a:p>
            <a:r>
              <a:rPr lang="en-GB" sz="2400" dirty="0"/>
              <a:t>• Allowed characters: letters, digits, @, and hyphen</a:t>
            </a:r>
          </a:p>
          <a:p>
            <a:r>
              <a:rPr lang="en-GB" sz="2400" dirty="0"/>
              <a:t>• For full validation, anchor the pattern with ^ and $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EEB011-F559-4334-AFC2-681E5D55A0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962786"/>
            <a:ext cx="9190628" cy="1107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0197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7548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B72D2D"/>
                </a:solidFill>
                <a:latin typeface="Arial"/>
              </a:rPr>
              <a:t>Section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A2B56"/>
                </a:solidFill>
                <a:latin typeface="Arial"/>
              </a:rPr>
              <a:t>Code and Network Artifacts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90195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dirty="0">
                <a:solidFill>
                  <a:srgbClr val="5F5F5F"/>
                </a:solidFill>
                <a:latin typeface="Arial"/>
              </a:rPr>
              <a:t>Source code, HTML, IP addresses, URLs, hex values, MACs, and PCAP-derived text.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2919549"/>
            <a:ext cx="7589520" cy="54864"/>
          </a:xfrm>
          <a:prstGeom prst="rect">
            <a:avLst/>
          </a:prstGeom>
          <a:solidFill>
            <a:srgbClr val="B7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3285309"/>
            <a:ext cx="10469880" cy="1920240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B7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532197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28600">
              <a:spcAft>
                <a:spcPts val="600"/>
              </a:spcAft>
              <a:defRPr sz="2200">
                <a:solidFill>
                  <a:srgbClr val="232323"/>
                </a:solidFill>
                <a:latin typeface="Arial"/>
              </a:defRPr>
            </a:pPr>
            <a:r>
              <a:rPr sz="2000">
                <a:latin typeface="Arial"/>
              </a:rPr>
              <a:t>• Search source code, HTML, URLs, IP addresses, hex, MACs, and PCAP-derived text.</a:t>
            </a:r>
          </a:p>
          <a:p>
            <a:pPr marL="285750" indent="-228600">
              <a:spcAft>
                <a:spcPts val="600"/>
              </a:spcAft>
              <a:defRPr sz="2200">
                <a:solidFill>
                  <a:srgbClr val="232323"/>
                </a:solidFill>
                <a:latin typeface="Arial"/>
              </a:defRPr>
            </a:pPr>
            <a:r>
              <a:rPr sz="2000">
                <a:latin typeface="Arial"/>
              </a:rPr>
              <a:t>• Know when preprocessing is required before grep.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B895D-9F61-4EF9-97A6-675EFE0D4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Java source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EB32E7-12DB-4CBB-B243-2E55AC34B5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228612"/>
            <a:ext cx="7880908" cy="21730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FEFB1E-493F-4DE8-A4B4-D791A66B60FA}"/>
              </a:ext>
            </a:extLst>
          </p:cNvPr>
          <p:cNvSpPr txBox="1"/>
          <p:nvPr/>
        </p:nvSpPr>
        <p:spPr>
          <a:xfrm>
            <a:off x="838200" y="1859280"/>
            <a:ext cx="4303935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Search string in Java and show line numbers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0E1077-9011-4847-9185-A0371F4CBF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980221"/>
            <a:ext cx="7806272" cy="963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076596-0005-49C0-B7DA-988143BFCABA}"/>
              </a:ext>
            </a:extLst>
          </p:cNvPr>
          <p:cNvSpPr txBox="1"/>
          <p:nvPr/>
        </p:nvSpPr>
        <p:spPr>
          <a:xfrm>
            <a:off x="838200" y="4610889"/>
            <a:ext cx="6228052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Show how many time the key words appears in Java source code</a:t>
            </a:r>
          </a:p>
        </p:txBody>
      </p:sp>
    </p:spTree>
    <p:extLst>
      <p:ext uri="{BB962C8B-B14F-4D97-AF65-F5344CB8AC3E}">
        <p14:creationId xmlns:p14="http://schemas.microsoft.com/office/powerpoint/2010/main" val="16214969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7D24A-3800-4CB5-9550-CBFDB56A3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Match HTML code (including tags and content) using Backreference </a:t>
            </a:r>
            <a:r>
              <a:rPr lang="en-US" dirty="0">
                <a:solidFill>
                  <a:srgbClr val="FF0000"/>
                </a:solidFill>
              </a:rPr>
              <a:t>\n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188A58-DD4E-4C9C-9FC9-25E36A840027}"/>
              </a:ext>
            </a:extLst>
          </p:cNvPr>
          <p:cNvSpPr txBox="1"/>
          <p:nvPr/>
        </p:nvSpPr>
        <p:spPr>
          <a:xfrm>
            <a:off x="2037008" y="1958221"/>
            <a:ext cx="672652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FF0000"/>
                </a:solidFill>
              </a:rPr>
              <a:t>&lt;</a:t>
            </a:r>
            <a:r>
              <a:rPr lang="en-US" sz="4400" dirty="0">
                <a:solidFill>
                  <a:schemeClr val="accent4"/>
                </a:solidFill>
              </a:rPr>
              <a:t>h1</a:t>
            </a:r>
            <a:r>
              <a:rPr lang="en-US" sz="4400" dirty="0">
                <a:solidFill>
                  <a:srgbClr val="FF0000"/>
                </a:solidFill>
              </a:rPr>
              <a:t>&gt;</a:t>
            </a:r>
            <a:r>
              <a:rPr lang="en-US" sz="4400" dirty="0">
                <a:solidFill>
                  <a:schemeClr val="accent6"/>
                </a:solidFill>
              </a:rPr>
              <a:t>This is a heading. </a:t>
            </a:r>
            <a:r>
              <a:rPr lang="en-US" sz="4400" dirty="0">
                <a:solidFill>
                  <a:srgbClr val="FF0000"/>
                </a:solidFill>
              </a:rPr>
              <a:t>&lt;/</a:t>
            </a:r>
            <a:r>
              <a:rPr lang="en-US" sz="4400" dirty="0">
                <a:solidFill>
                  <a:schemeClr val="accent4"/>
                </a:solidFill>
              </a:rPr>
              <a:t>h1</a:t>
            </a:r>
            <a:r>
              <a:rPr lang="en-US" sz="4400" dirty="0">
                <a:solidFill>
                  <a:srgbClr val="FF0000"/>
                </a:solidFill>
              </a:rPr>
              <a:t>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BB1ADB-C773-4161-9F0B-052043B1DFFC}"/>
              </a:ext>
            </a:extLst>
          </p:cNvPr>
          <p:cNvSpPr txBox="1"/>
          <p:nvPr/>
        </p:nvSpPr>
        <p:spPr>
          <a:xfrm>
            <a:off x="1808480" y="3239581"/>
            <a:ext cx="1702133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Opening tag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0F81EF-DC65-4470-8C94-891777C4FBD2}"/>
              </a:ext>
            </a:extLst>
          </p:cNvPr>
          <p:cNvSpPr txBox="1"/>
          <p:nvPr/>
        </p:nvSpPr>
        <p:spPr>
          <a:xfrm>
            <a:off x="7751589" y="3237348"/>
            <a:ext cx="153702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Closing tag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9600315-91FA-4FE3-BAA6-A7EE87D45197}"/>
              </a:ext>
            </a:extLst>
          </p:cNvPr>
          <p:cNvCxnSpPr>
            <a:cxnSpLocks/>
            <a:stCxn id="6" idx="0"/>
          </p:cNvCxnSpPr>
          <p:nvPr/>
        </p:nvCxnSpPr>
        <p:spPr>
          <a:xfrm flipH="1" flipV="1">
            <a:off x="7751589" y="2625962"/>
            <a:ext cx="768512" cy="6113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E6B7000-18F2-4264-8CD3-58A9EE727CB6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2659547" y="2625962"/>
            <a:ext cx="0" cy="6136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A6DA709-BB0E-4624-9084-19F4D4716060}"/>
              </a:ext>
            </a:extLst>
          </p:cNvPr>
          <p:cNvSpPr txBox="1"/>
          <p:nvPr/>
        </p:nvSpPr>
        <p:spPr>
          <a:xfrm>
            <a:off x="4826458" y="3265154"/>
            <a:ext cx="1147622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</a:rPr>
              <a:t>content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43FE66A8-4573-49AA-9742-2227871D5B9B}"/>
              </a:ext>
            </a:extLst>
          </p:cNvPr>
          <p:cNvSpPr/>
          <p:nvPr/>
        </p:nvSpPr>
        <p:spPr>
          <a:xfrm rot="16200000">
            <a:off x="5171900" y="1134661"/>
            <a:ext cx="461665" cy="3713784"/>
          </a:xfrm>
          <a:prstGeom prst="leftBrace">
            <a:avLst>
              <a:gd name="adj1" fmla="val 8333"/>
              <a:gd name="adj2" fmla="val 5082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A340178-D527-457E-8692-34FE72830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0713" y="4004556"/>
            <a:ext cx="8618967" cy="216426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8DC2135-6621-4FD8-9823-56F9D3FBD1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50" y="6366590"/>
            <a:ext cx="11987299" cy="44199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348815A0-A091-839D-7BB9-3D4980BA2760}"/>
              </a:ext>
            </a:extLst>
          </p:cNvPr>
          <p:cNvGrpSpPr/>
          <p:nvPr/>
        </p:nvGrpSpPr>
        <p:grpSpPr>
          <a:xfrm>
            <a:off x="1746920" y="5682720"/>
            <a:ext cx="861120" cy="386640"/>
            <a:chOff x="1746920" y="5682720"/>
            <a:chExt cx="861120" cy="38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03FEBF7-348A-2EFA-6B6B-7C5CC1A47734}"/>
                    </a:ext>
                  </a:extLst>
                </p14:cNvPr>
                <p14:cNvContentPartPr/>
                <p14:nvPr/>
              </p14:nvContentPartPr>
              <p14:xfrm>
                <a:off x="2363240" y="5797560"/>
                <a:ext cx="244800" cy="2718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03FEBF7-348A-2EFA-6B6B-7C5CC1A4773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354600" y="5788920"/>
                  <a:ext cx="2624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3615BFC-FE3D-7231-F7C3-6C8F0E6DC41A}"/>
                    </a:ext>
                  </a:extLst>
                </p14:cNvPr>
                <p14:cNvContentPartPr/>
                <p14:nvPr/>
              </p14:nvContentPartPr>
              <p14:xfrm>
                <a:off x="1799840" y="5742120"/>
                <a:ext cx="496440" cy="1105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3615BFC-FE3D-7231-F7C3-6C8F0E6DC41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790840" y="5733120"/>
                  <a:ext cx="51408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28ED4B8-6287-A45F-2056-DDC5903F8F62}"/>
                    </a:ext>
                  </a:extLst>
                </p14:cNvPr>
                <p14:cNvContentPartPr/>
                <p14:nvPr/>
              </p14:nvContentPartPr>
              <p14:xfrm>
                <a:off x="1746920" y="5682720"/>
                <a:ext cx="200160" cy="2055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28ED4B8-6287-A45F-2056-DDC5903F8F6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737920" y="5674080"/>
                  <a:ext cx="217800" cy="22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F8AACD0-8557-49D3-F573-85D488C398C5}"/>
                  </a:ext>
                </a:extLst>
              </p14:cNvPr>
              <p14:cNvContentPartPr/>
              <p14:nvPr/>
            </p14:nvContentPartPr>
            <p14:xfrm>
              <a:off x="11406080" y="5804760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F8AACD0-8557-49D3-F573-85D488C398C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397080" y="5795760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69D7DABA-89AD-95DA-1E19-A832A8053B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935" y="5637837"/>
            <a:ext cx="1542585" cy="250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28907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7D24A-3800-4CB5-9550-CBFDB56A3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Match HTML </a:t>
            </a:r>
            <a:r>
              <a:rPr lang="en-US" dirty="0">
                <a:solidFill>
                  <a:srgbClr val="FF0000"/>
                </a:solidFill>
              </a:rPr>
              <a:t>tags</a:t>
            </a:r>
            <a:r>
              <a:rPr lang="en-US" dirty="0"/>
              <a:t> using a </a:t>
            </a:r>
            <a:r>
              <a:rPr lang="en-US" dirty="0">
                <a:solidFill>
                  <a:schemeClr val="accent4"/>
                </a:solidFill>
              </a:rPr>
              <a:t>Lazy quantifier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188A58-DD4E-4C9C-9FC9-25E36A840027}"/>
              </a:ext>
            </a:extLst>
          </p:cNvPr>
          <p:cNvSpPr txBox="1"/>
          <p:nvPr/>
        </p:nvSpPr>
        <p:spPr>
          <a:xfrm>
            <a:off x="2037008" y="1958221"/>
            <a:ext cx="672652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FF0000"/>
                </a:solidFill>
              </a:rPr>
              <a:t>&lt;h1&gt;</a:t>
            </a:r>
            <a:r>
              <a:rPr lang="en-US" sz="44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This is a heading. </a:t>
            </a:r>
            <a:r>
              <a:rPr lang="en-US" sz="4400" dirty="0">
                <a:solidFill>
                  <a:srgbClr val="FF0000"/>
                </a:solidFill>
              </a:rPr>
              <a:t>&lt;/h1&gt;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6F5104-734B-4A75-8894-3EE3ED74F9E0}"/>
              </a:ext>
            </a:extLst>
          </p:cNvPr>
          <p:cNvSpPr/>
          <p:nvPr/>
        </p:nvSpPr>
        <p:spPr>
          <a:xfrm>
            <a:off x="2037008" y="1958221"/>
            <a:ext cx="1245454" cy="7068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25CD16-E27B-4590-BDCB-4CDB42317295}"/>
              </a:ext>
            </a:extLst>
          </p:cNvPr>
          <p:cNvSpPr/>
          <p:nvPr/>
        </p:nvSpPr>
        <p:spPr>
          <a:xfrm>
            <a:off x="7230331" y="1950873"/>
            <a:ext cx="1533198" cy="7068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0B8FE41-2F0C-4563-BC1C-F81D7E01B25C}"/>
              </a:ext>
            </a:extLst>
          </p:cNvPr>
          <p:cNvCxnSpPr>
            <a:endCxn id="5" idx="0"/>
          </p:cNvCxnSpPr>
          <p:nvPr/>
        </p:nvCxnSpPr>
        <p:spPr>
          <a:xfrm flipH="1">
            <a:off x="2659735" y="1250462"/>
            <a:ext cx="1544942" cy="70775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2CDD65F-7F8E-4DD8-8690-BF105E53C0F3}"/>
              </a:ext>
            </a:extLst>
          </p:cNvPr>
          <p:cNvCxnSpPr/>
          <p:nvPr/>
        </p:nvCxnSpPr>
        <p:spPr>
          <a:xfrm>
            <a:off x="4192933" y="1251396"/>
            <a:ext cx="3489590" cy="63992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EA656837-7D09-4DE3-8D87-02B0D7DF0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488" y="2917883"/>
            <a:ext cx="9914479" cy="1760373"/>
          </a:xfrm>
          <a:prstGeom prst="rect">
            <a:avLst/>
          </a:prstGeom>
        </p:spPr>
      </p:pic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8C7D2F5A-DDA7-4B6E-B4E5-A297EE1EA8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616831"/>
              </p:ext>
            </p:extLst>
          </p:nvPr>
        </p:nvGraphicFramePr>
        <p:xfrm>
          <a:off x="2751016" y="4782443"/>
          <a:ext cx="7371169" cy="204733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835864">
                  <a:extLst>
                    <a:ext uri="{9D8B030D-6E8A-4147-A177-3AD203B41FA5}">
                      <a16:colId xmlns:a16="http://schemas.microsoft.com/office/drawing/2014/main" val="3859182901"/>
                    </a:ext>
                  </a:extLst>
                </a:gridCol>
                <a:gridCol w="1899926">
                  <a:extLst>
                    <a:ext uri="{9D8B030D-6E8A-4147-A177-3AD203B41FA5}">
                      <a16:colId xmlns:a16="http://schemas.microsoft.com/office/drawing/2014/main" val="108022430"/>
                    </a:ext>
                  </a:extLst>
                </a:gridCol>
                <a:gridCol w="2635379">
                  <a:extLst>
                    <a:ext uri="{9D8B030D-6E8A-4147-A177-3AD203B41FA5}">
                      <a16:colId xmlns:a16="http://schemas.microsoft.com/office/drawing/2014/main" val="1526699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dirty="0">
                          <a:effectLst/>
                        </a:rPr>
                        <a:t>Greedy quantifier</a:t>
                      </a:r>
                      <a:endParaRPr lang="en-US" sz="1400" b="1" dirty="0">
                        <a:effectLst/>
                        <a:latin typeface="inherit"/>
                      </a:endParaRPr>
                    </a:p>
                  </a:txBody>
                  <a:tcPr marL="79115" marR="79115" marT="39558" marB="39558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>
                          <a:effectLst/>
                        </a:rPr>
                        <a:t>Lazy quantifier</a:t>
                      </a:r>
                      <a:endParaRPr lang="en-US" sz="1400" b="1">
                        <a:effectLst/>
                        <a:latin typeface="inherit"/>
                      </a:endParaRPr>
                    </a:p>
                  </a:txBody>
                  <a:tcPr marL="79115" marR="79115" marT="39558" marB="39558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>
                          <a:effectLst/>
                        </a:rPr>
                        <a:t>Description</a:t>
                      </a:r>
                      <a:endParaRPr lang="en-US" sz="1400" b="1">
                        <a:effectLst/>
                        <a:latin typeface="inherit"/>
                      </a:endParaRPr>
                    </a:p>
                  </a:txBody>
                  <a:tcPr marL="79115" marR="79115" marT="39558" marB="39558" anchor="b"/>
                </a:tc>
                <a:extLst>
                  <a:ext uri="{0D108BD9-81ED-4DB2-BD59-A6C34878D82A}">
                    <a16:rowId xmlns:a16="http://schemas.microsoft.com/office/drawing/2014/main" val="807617333"/>
                  </a:ext>
                </a:extLst>
              </a:tr>
              <a:tr h="2843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>
                          <a:effectLst/>
                        </a:rPr>
                        <a:t>*</a:t>
                      </a:r>
                      <a:endParaRPr lang="en-US" sz="1400">
                        <a:effectLst/>
                        <a:latin typeface="inherit"/>
                      </a:endParaRP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dirty="0">
                          <a:effectLst/>
                        </a:rPr>
                        <a:t>*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400">
                          <a:effectLst/>
                        </a:rPr>
                        <a:t>Star Quantifier: 0 or more</a:t>
                      </a:r>
                      <a:endParaRPr lang="en-GB" sz="1400">
                        <a:effectLst/>
                        <a:latin typeface="inherit"/>
                      </a:endParaRP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420649436"/>
                  </a:ext>
                </a:extLst>
              </a:tr>
              <a:tr h="2843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>
                          <a:effectLst/>
                        </a:rPr>
                        <a:t>+</a:t>
                      </a:r>
                      <a:endParaRPr lang="en-US" sz="1400">
                        <a:effectLst/>
                        <a:latin typeface="inherit"/>
                      </a:endParaRP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dirty="0">
                          <a:effectLst/>
                        </a:rPr>
                        <a:t>+ </a:t>
                      </a:r>
                      <a:r>
                        <a:rPr lang="en-US" sz="1400" dirty="0">
                          <a:effectLst/>
                          <a:highlight>
                            <a:srgbClr val="FFFF00"/>
                          </a:highlight>
                        </a:rPr>
                        <a:t>?</a:t>
                      </a:r>
                      <a:endParaRPr lang="en-US" sz="1400" dirty="0">
                        <a:effectLst/>
                        <a:highlight>
                          <a:srgbClr val="FFFF00"/>
                        </a:highlight>
                        <a:latin typeface="inherit"/>
                      </a:endParaRP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>
                          <a:effectLst/>
                        </a:rPr>
                        <a:t>Plus Quantifier: 1 or more</a:t>
                      </a:r>
                      <a:endParaRPr lang="fr-FR" sz="1400">
                        <a:effectLst/>
                        <a:latin typeface="inherit"/>
                      </a:endParaRP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2548188318"/>
                  </a:ext>
                </a:extLst>
              </a:tr>
              <a:tr h="2843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dirty="0">
                          <a:effectLst/>
                        </a:rPr>
                        <a:t>?</a:t>
                      </a:r>
                      <a:endParaRPr lang="en-US" sz="1400" dirty="0">
                        <a:effectLst/>
                        <a:latin typeface="inherit"/>
                      </a:endParaRP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dirty="0">
                          <a:effectLst/>
                        </a:rPr>
                        <a:t>?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>
                          <a:effectLst/>
                        </a:rPr>
                        <a:t>Optional Quantifier: 0 or 1</a:t>
                      </a:r>
                      <a:endParaRPr lang="fr-FR" sz="1400">
                        <a:effectLst/>
                        <a:latin typeface="inherit"/>
                      </a:endParaRP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1936164207"/>
                  </a:ext>
                </a:extLst>
              </a:tr>
              <a:tr h="16200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>
                          <a:effectLst/>
                        </a:rPr>
                        <a:t>{n}</a:t>
                      </a:r>
                      <a:endParaRPr lang="en-US" sz="1400">
                        <a:effectLst/>
                        <a:latin typeface="inherit"/>
                      </a:endParaRP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dirty="0">
                          <a:effectLst/>
                        </a:rPr>
                        <a:t>{n}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>
                          <a:effectLst/>
                        </a:rPr>
                        <a:t>Quantifier: exactly n</a:t>
                      </a:r>
                      <a:endParaRPr lang="en-US" sz="1400">
                        <a:effectLst/>
                        <a:latin typeface="inherit"/>
                      </a:endParaRP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2711428109"/>
                  </a:ext>
                </a:extLst>
              </a:tr>
              <a:tr h="16200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dirty="0">
                          <a:effectLst/>
                        </a:rPr>
                        <a:t>{n,}</a:t>
                      </a:r>
                      <a:endParaRPr lang="en-US" sz="1400" dirty="0">
                        <a:effectLst/>
                        <a:latin typeface="inherit"/>
                      </a:endParaRP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dirty="0">
                          <a:effectLst/>
                        </a:rPr>
                        <a:t>{n,}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>
                          <a:effectLst/>
                        </a:rPr>
                        <a:t>Quantifier: n or more</a:t>
                      </a:r>
                      <a:endParaRPr lang="en-US" sz="1400">
                        <a:effectLst/>
                        <a:latin typeface="inherit"/>
                      </a:endParaRP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163543567"/>
                  </a:ext>
                </a:extLst>
              </a:tr>
              <a:tr h="2843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dirty="0">
                          <a:effectLst/>
                        </a:rPr>
                        <a:t>{</a:t>
                      </a:r>
                      <a:r>
                        <a:rPr lang="en-US" sz="1400" dirty="0" err="1">
                          <a:effectLst/>
                        </a:rPr>
                        <a:t>n,m</a:t>
                      </a:r>
                      <a:r>
                        <a:rPr lang="en-US" sz="1400" dirty="0">
                          <a:effectLst/>
                        </a:rPr>
                        <a:t>}</a:t>
                      </a:r>
                      <a:endParaRPr lang="en-US" sz="1400" dirty="0">
                        <a:effectLst/>
                        <a:latin typeface="inherit"/>
                      </a:endParaRP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dirty="0">
                          <a:effectLst/>
                        </a:rPr>
                        <a:t>{</a:t>
                      </a:r>
                      <a:r>
                        <a:rPr lang="en-US" sz="1400" dirty="0" err="1">
                          <a:effectLst/>
                        </a:rPr>
                        <a:t>n,m</a:t>
                      </a:r>
                      <a:r>
                        <a:rPr lang="en-US" sz="1400" dirty="0">
                          <a:effectLst/>
                        </a:rPr>
                        <a:t>}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400" dirty="0">
                          <a:effectLst/>
                        </a:rPr>
                        <a:t>Quantifier: between n and m</a:t>
                      </a:r>
                      <a:endParaRPr lang="en-GB" sz="1400" dirty="0">
                        <a:effectLst/>
                        <a:latin typeface="inherit"/>
                      </a:endParaRP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3540932893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FDC37BBB-0A87-41F9-9D48-409ACB271BA4}"/>
              </a:ext>
            </a:extLst>
          </p:cNvPr>
          <p:cNvSpPr txBox="1"/>
          <p:nvPr/>
        </p:nvSpPr>
        <p:spPr>
          <a:xfrm>
            <a:off x="9369781" y="2233793"/>
            <a:ext cx="1367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MUST use </a:t>
            </a:r>
            <a:r>
              <a:rPr lang="en-US" b="1" dirty="0">
                <a:solidFill>
                  <a:srgbClr val="7030A0"/>
                </a:solidFill>
              </a:rPr>
              <a:t>-P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62E302E-C57F-490A-949D-F0F354A98A84}"/>
              </a:ext>
            </a:extLst>
          </p:cNvPr>
          <p:cNvCxnSpPr/>
          <p:nvPr/>
        </p:nvCxnSpPr>
        <p:spPr>
          <a:xfrm flipH="1">
            <a:off x="9831754" y="2532185"/>
            <a:ext cx="687754" cy="679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BE3EFDAD-49A5-4EDA-B115-7C3881278F26}"/>
              </a:ext>
            </a:extLst>
          </p:cNvPr>
          <p:cNvSpPr/>
          <p:nvPr/>
        </p:nvSpPr>
        <p:spPr>
          <a:xfrm>
            <a:off x="10331938" y="4110892"/>
            <a:ext cx="250093" cy="328426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6299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F4550-9E1B-4129-AA3D-248FB9311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Match </a:t>
            </a:r>
            <a:r>
              <a:rPr lang="en-GB" dirty="0">
                <a:solidFill>
                  <a:schemeClr val="accent6"/>
                </a:solidFill>
              </a:rPr>
              <a:t>content</a:t>
            </a:r>
            <a:r>
              <a:rPr lang="en-GB" dirty="0"/>
              <a:t> from an HTML code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1B1E10-0638-4645-9B77-3ABF050099B6}"/>
              </a:ext>
            </a:extLst>
          </p:cNvPr>
          <p:cNvSpPr txBox="1"/>
          <p:nvPr/>
        </p:nvSpPr>
        <p:spPr>
          <a:xfrm>
            <a:off x="1853728" y="1593372"/>
            <a:ext cx="672652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FF0000"/>
                </a:solidFill>
              </a:rPr>
              <a:t>&lt;</a:t>
            </a:r>
            <a:r>
              <a:rPr lang="en-US" sz="4400" dirty="0">
                <a:solidFill>
                  <a:schemeClr val="accent4"/>
                </a:solidFill>
              </a:rPr>
              <a:t>h1</a:t>
            </a:r>
            <a:r>
              <a:rPr lang="en-US" sz="4400" dirty="0">
                <a:solidFill>
                  <a:srgbClr val="FF0000"/>
                </a:solidFill>
              </a:rPr>
              <a:t>&gt;</a:t>
            </a:r>
            <a:r>
              <a:rPr lang="en-US" sz="4400" dirty="0">
                <a:solidFill>
                  <a:schemeClr val="accent6"/>
                </a:solidFill>
              </a:rPr>
              <a:t>This is a heading. </a:t>
            </a:r>
            <a:r>
              <a:rPr lang="en-US" sz="4400" dirty="0">
                <a:solidFill>
                  <a:srgbClr val="FF0000"/>
                </a:solidFill>
              </a:rPr>
              <a:t>&lt;/</a:t>
            </a:r>
            <a:r>
              <a:rPr lang="en-US" sz="4400" dirty="0">
                <a:solidFill>
                  <a:schemeClr val="accent4"/>
                </a:solidFill>
              </a:rPr>
              <a:t>h1</a:t>
            </a:r>
            <a:r>
              <a:rPr lang="en-US" sz="4400" dirty="0">
                <a:solidFill>
                  <a:srgbClr val="FF0000"/>
                </a:solidFill>
              </a:rPr>
              <a:t>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D56D19-7F5E-4B3C-9362-B3E7DCD5B3C7}"/>
              </a:ext>
            </a:extLst>
          </p:cNvPr>
          <p:cNvSpPr txBox="1"/>
          <p:nvPr/>
        </p:nvSpPr>
        <p:spPr>
          <a:xfrm>
            <a:off x="2030155" y="2918935"/>
            <a:ext cx="813168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accent5"/>
                </a:solidFill>
              </a:rPr>
              <a:t>(?&lt;=</a:t>
            </a:r>
            <a:r>
              <a:rPr lang="en-US" sz="4000" dirty="0">
                <a:solidFill>
                  <a:srgbClr val="FF0000"/>
                </a:solidFill>
              </a:rPr>
              <a:t>&lt;</a:t>
            </a:r>
            <a:r>
              <a:rPr lang="en-US" sz="4000" dirty="0">
                <a:solidFill>
                  <a:schemeClr val="accent4"/>
                </a:solidFill>
              </a:rPr>
              <a:t>([a-z0-9]{2}) </a:t>
            </a:r>
            <a:r>
              <a:rPr lang="en-US" sz="4000" dirty="0">
                <a:solidFill>
                  <a:srgbClr val="FF0000"/>
                </a:solidFill>
              </a:rPr>
              <a:t>&gt;</a:t>
            </a:r>
            <a:r>
              <a:rPr lang="en-US" sz="4000" dirty="0">
                <a:solidFill>
                  <a:schemeClr val="accent5"/>
                </a:solidFill>
              </a:rPr>
              <a:t>)</a:t>
            </a:r>
            <a:r>
              <a:rPr lang="en-US" sz="4000" dirty="0">
                <a:solidFill>
                  <a:srgbClr val="00B050"/>
                </a:solidFill>
              </a:rPr>
              <a:t>.*</a:t>
            </a:r>
            <a:r>
              <a:rPr lang="en-US" sz="4000" dirty="0"/>
              <a:t> </a:t>
            </a:r>
            <a:r>
              <a:rPr lang="en-US" sz="4000" dirty="0">
                <a:solidFill>
                  <a:schemeClr val="accent5"/>
                </a:solidFill>
              </a:rPr>
              <a:t>(?=</a:t>
            </a:r>
            <a:r>
              <a:rPr lang="en-US" sz="4000" dirty="0">
                <a:solidFill>
                  <a:srgbClr val="FF0000"/>
                </a:solidFill>
              </a:rPr>
              <a:t>&lt;/ </a:t>
            </a:r>
            <a:r>
              <a:rPr lang="en-US" sz="4000" dirty="0">
                <a:solidFill>
                  <a:schemeClr val="accent4"/>
                </a:solidFill>
              </a:rPr>
              <a:t>\1</a:t>
            </a:r>
            <a:r>
              <a:rPr lang="en-US" sz="4000" dirty="0">
                <a:solidFill>
                  <a:srgbClr val="FF0000"/>
                </a:solidFill>
              </a:rPr>
              <a:t>&gt;</a:t>
            </a:r>
            <a:r>
              <a:rPr lang="en-US" sz="4000" dirty="0">
                <a:solidFill>
                  <a:schemeClr val="accent5"/>
                </a:solidFill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8E4F95-594E-4FD5-8544-44169F077F32}"/>
              </a:ext>
            </a:extLst>
          </p:cNvPr>
          <p:cNvSpPr txBox="1"/>
          <p:nvPr/>
        </p:nvSpPr>
        <p:spPr>
          <a:xfrm>
            <a:off x="7029654" y="4308908"/>
            <a:ext cx="1844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look ahead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760ECC-EE17-434A-B716-70ECD2509B80}"/>
              </a:ext>
            </a:extLst>
          </p:cNvPr>
          <p:cNvSpPr txBox="1"/>
          <p:nvPr/>
        </p:nvSpPr>
        <p:spPr>
          <a:xfrm>
            <a:off x="2174385" y="4373610"/>
            <a:ext cx="19256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look behind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56AFE95-204C-4161-A149-0662786600CB}"/>
              </a:ext>
            </a:extLst>
          </p:cNvPr>
          <p:cNvGrpSpPr/>
          <p:nvPr/>
        </p:nvGrpSpPr>
        <p:grpSpPr>
          <a:xfrm>
            <a:off x="7032103" y="3641828"/>
            <a:ext cx="979200" cy="474120"/>
            <a:chOff x="7377483" y="757637"/>
            <a:chExt cx="979200" cy="47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FF588DD-3945-4A3E-9083-7D5CA31899D4}"/>
                    </a:ext>
                  </a:extLst>
                </p14:cNvPr>
                <p14:cNvContentPartPr/>
                <p14:nvPr/>
              </p14:nvContentPartPr>
              <p14:xfrm>
                <a:off x="7377483" y="950597"/>
                <a:ext cx="900720" cy="81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896351A-D78A-489E-8F80-1F44EE7D52A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314483" y="887957"/>
                  <a:ext cx="10263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70F301C-F104-4994-B9CE-F372AEB7FC40}"/>
                    </a:ext>
                  </a:extLst>
                </p14:cNvPr>
                <p14:cNvContentPartPr/>
                <p14:nvPr/>
              </p14:nvContentPartPr>
              <p14:xfrm>
                <a:off x="8104323" y="757637"/>
                <a:ext cx="252360" cy="4741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A234551-50D5-4C4B-9AF8-EDF09991DA5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041683" y="694997"/>
                  <a:ext cx="378000" cy="59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EC7B121-6630-4FB2-A986-70C4EF18287F}"/>
              </a:ext>
            </a:extLst>
          </p:cNvPr>
          <p:cNvGrpSpPr/>
          <p:nvPr/>
        </p:nvGrpSpPr>
        <p:grpSpPr>
          <a:xfrm>
            <a:off x="2116223" y="3698888"/>
            <a:ext cx="1097640" cy="438120"/>
            <a:chOff x="1997283" y="671597"/>
            <a:chExt cx="1097640" cy="43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CDEF7C2-6E22-4A64-848D-152E5D7D649B}"/>
                    </a:ext>
                  </a:extLst>
                </p14:cNvPr>
                <p14:cNvContentPartPr/>
                <p14:nvPr/>
              </p14:nvContentPartPr>
              <p14:xfrm>
                <a:off x="2095203" y="851597"/>
                <a:ext cx="999720" cy="95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CDEF7C2-6E22-4A64-848D-152E5D7D649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32203" y="788833"/>
                  <a:ext cx="1125360" cy="2209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B2D65AB-C8DA-4DB0-A570-2769E545108A}"/>
                    </a:ext>
                  </a:extLst>
                </p14:cNvPr>
                <p14:cNvContentPartPr/>
                <p14:nvPr/>
              </p14:nvContentPartPr>
              <p14:xfrm>
                <a:off x="1997283" y="671597"/>
                <a:ext cx="316080" cy="4381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B2D65AB-C8DA-4DB0-A570-2769E545108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34283" y="608597"/>
                  <a:ext cx="441720" cy="56376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A009D256-467A-44EA-A971-8B5AD33A3A5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4996440"/>
            <a:ext cx="12192000" cy="727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1218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8B454-2AA0-4950-98E9-E2FC5CADF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Match IPv4-like address patterns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885C67-C2F1-4FD5-81FD-F484E63810A7}"/>
              </a:ext>
            </a:extLst>
          </p:cNvPr>
          <p:cNvSpPr txBox="1"/>
          <p:nvPr/>
        </p:nvSpPr>
        <p:spPr>
          <a:xfrm>
            <a:off x="9255244" y="136208"/>
            <a:ext cx="2581156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</a:rPr>
              <a:t>192.168.0.1</a:t>
            </a:r>
          </a:p>
          <a:p>
            <a:r>
              <a:rPr lang="en-US" sz="3200" dirty="0">
                <a:solidFill>
                  <a:schemeClr val="accent6"/>
                </a:solidFill>
              </a:rPr>
              <a:t>443.125.121.1</a:t>
            </a:r>
          </a:p>
          <a:p>
            <a:r>
              <a:rPr lang="en-US" sz="3200" dirty="0">
                <a:solidFill>
                  <a:schemeClr val="accent6"/>
                </a:solidFill>
              </a:rPr>
              <a:t>255.255.255.0</a:t>
            </a:r>
          </a:p>
          <a:p>
            <a:r>
              <a:rPr lang="en-US" sz="3200" dirty="0">
                <a:solidFill>
                  <a:schemeClr val="accent6"/>
                </a:solidFill>
              </a:rPr>
              <a:t>89.25.23.0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62AD06-56FD-41A4-A082-3044BF454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67792"/>
            <a:ext cx="6440726" cy="35373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B4C846-FAAC-4281-9925-9CDA1BB26A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582224"/>
            <a:ext cx="9853514" cy="800169"/>
          </a:xfrm>
          <a:prstGeom prst="rect">
            <a:avLst/>
          </a:prstGeom>
        </p:spPr>
      </p:pic>
      <p:sp>
        <p:nvSpPr>
          <p:cNvPr id="5" name="Rounded Rectangle 9">
            <a:extLst>
              <a:ext uri="{FF2B5EF4-FFF2-40B4-BE49-F238E27FC236}">
                <a16:creationId xmlns:a16="http://schemas.microsoft.com/office/drawing/2014/main" id="{A71F45A2-4D99-1663-4E49-D8C3C8112B51}"/>
              </a:ext>
            </a:extLst>
          </p:cNvPr>
          <p:cNvSpPr/>
          <p:nvPr/>
        </p:nvSpPr>
        <p:spPr>
          <a:xfrm>
            <a:off x="4800600" y="4572000"/>
            <a:ext cx="5852160" cy="59436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BF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buNone/>
              <a:defRPr sz="1400">
                <a:solidFill>
                  <a:srgbClr val="000000"/>
                </a:solidFill>
                <a:latin typeface="Arial"/>
              </a:defRPr>
            </a:pPr>
            <a:r>
              <a:rPr sz="1400" b="0">
                <a:solidFill>
                  <a:srgbClr val="000000"/>
                </a:solidFill>
                <a:latin typeface="Arial"/>
              </a:rPr>
              <a:t>Note: this simple pattern matches IP-like strings; it does not enforce the 0–255 range for each octet.</a:t>
            </a:r>
          </a:p>
        </p:txBody>
      </p:sp>
    </p:spTree>
    <p:extLst>
      <p:ext uri="{BB962C8B-B14F-4D97-AF65-F5344CB8AC3E}">
        <p14:creationId xmlns:p14="http://schemas.microsoft.com/office/powerpoint/2010/main" val="36539161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CAF8D-00C6-4DF6-AF82-D5D371DA7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Match a specific URL pattern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48C996-DEE6-4F28-9A0E-16876F48D9E5}"/>
              </a:ext>
            </a:extLst>
          </p:cNvPr>
          <p:cNvSpPr txBox="1"/>
          <p:nvPr/>
        </p:nvSpPr>
        <p:spPr>
          <a:xfrm>
            <a:off x="2640330" y="1690690"/>
            <a:ext cx="644271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accent6"/>
                </a:solidFill>
              </a:rPr>
              <a:t>http://www.ubalt.edu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0AF9FF-0D35-475F-B9A4-3297D531D309}"/>
              </a:ext>
            </a:extLst>
          </p:cNvPr>
          <p:cNvSpPr/>
          <p:nvPr/>
        </p:nvSpPr>
        <p:spPr>
          <a:xfrm>
            <a:off x="2640330" y="1690689"/>
            <a:ext cx="2947670" cy="7694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B1479D-6DBF-4A0D-A412-5393E0339530}"/>
              </a:ext>
            </a:extLst>
          </p:cNvPr>
          <p:cNvSpPr/>
          <p:nvPr/>
        </p:nvSpPr>
        <p:spPr>
          <a:xfrm flipH="1">
            <a:off x="6725922" y="1690688"/>
            <a:ext cx="151128" cy="7694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7BDB2DF-C1C0-4EF1-A592-84395E07E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28" y="2629911"/>
            <a:ext cx="10657072" cy="253739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2E900B7-E8A4-46E1-AA00-761B17673B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245" y="5493793"/>
            <a:ext cx="11179509" cy="731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0390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905DBD-C24A-4E24-88EA-950FA85E7278}"/>
              </a:ext>
            </a:extLst>
          </p:cNvPr>
          <p:cNvSpPr txBox="1"/>
          <p:nvPr/>
        </p:nvSpPr>
        <p:spPr>
          <a:xfrm>
            <a:off x="6651786" y="557348"/>
            <a:ext cx="48768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/>
                </a:solidFill>
              </a:rPr>
              <a:t>http://www.ubalt.edu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/>
                </a:solidFill>
              </a:rPr>
              <a:t>http</a:t>
            </a:r>
            <a:r>
              <a:rPr lang="en-US" sz="2800" dirty="0">
                <a:solidFill>
                  <a:srgbClr val="FF0000"/>
                </a:solidFill>
              </a:rPr>
              <a:t>s</a:t>
            </a:r>
            <a:r>
              <a:rPr lang="en-US" sz="2400" dirty="0">
                <a:solidFill>
                  <a:schemeClr val="accent6"/>
                </a:solidFill>
              </a:rPr>
              <a:t>://www.ubalt.edu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/>
                </a:solidFill>
              </a:rPr>
              <a:t>www.ubalt.edu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/>
                </a:solidFill>
              </a:rPr>
              <a:t>ubalt.edu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290365-4698-42BC-BF71-215CC8D6264C}"/>
              </a:ext>
            </a:extLst>
          </p:cNvPr>
          <p:cNvSpPr txBox="1"/>
          <p:nvPr/>
        </p:nvSpPr>
        <p:spPr>
          <a:xfrm>
            <a:off x="1087120" y="915690"/>
            <a:ext cx="3059299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Match common URL variations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7D9339-BC89-4186-8B01-0A0401A42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120" y="2461091"/>
            <a:ext cx="8481690" cy="19077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6E56AD8-C3B3-44D9-A038-5C285C75C3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472" y="5045674"/>
            <a:ext cx="11522439" cy="830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86558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8E6CA-F4BD-408C-AD7C-9282604FC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Match Hexadecimal number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5C191D-AD7C-43AD-8568-E1CCDBE99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215" y="-1"/>
            <a:ext cx="4719870" cy="26556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B4CF2B-B3DF-4A60-B8A6-FDC49ACD1C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265407"/>
            <a:ext cx="9403372" cy="10163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EB5F2B-7969-4DC2-A828-1CC19E13C8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8388" y="1904060"/>
            <a:ext cx="4142411" cy="27024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52BCBE-BF0F-E1B9-DC33-05C88F3C7051}"/>
              </a:ext>
            </a:extLst>
          </p:cNvPr>
          <p:cNvSpPr txBox="1"/>
          <p:nvPr/>
        </p:nvSpPr>
        <p:spPr>
          <a:xfrm>
            <a:off x="838200" y="4896075"/>
            <a:ext cx="2049087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Match Hex of colors</a:t>
            </a:r>
          </a:p>
        </p:txBody>
      </p:sp>
    </p:spTree>
    <p:extLst>
      <p:ext uri="{BB962C8B-B14F-4D97-AF65-F5344CB8AC3E}">
        <p14:creationId xmlns:p14="http://schemas.microsoft.com/office/powerpoint/2010/main" val="9540614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B6771-004A-F38B-9991-B8E09EC2A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Match MAC address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1024CB-4423-8CF5-D6BD-7DF66A66217F}"/>
              </a:ext>
            </a:extLst>
          </p:cNvPr>
          <p:cNvSpPr txBox="1"/>
          <p:nvPr/>
        </p:nvSpPr>
        <p:spPr>
          <a:xfrm>
            <a:off x="1669562" y="1716699"/>
            <a:ext cx="351692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7030A0"/>
                </a:solidFill>
              </a:rPr>
              <a:t>01-23-45-67-89-AB</a:t>
            </a:r>
          </a:p>
          <a:p>
            <a:r>
              <a:rPr lang="en-US" sz="3200" dirty="0">
                <a:solidFill>
                  <a:srgbClr val="7030A0"/>
                </a:solidFill>
              </a:rPr>
              <a:t>01:23:45:67:89:AB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C0005E-3371-AF3E-1CCE-FD4D6B60FC06}"/>
              </a:ext>
            </a:extLst>
          </p:cNvPr>
          <p:cNvSpPr txBox="1"/>
          <p:nvPr/>
        </p:nvSpPr>
        <p:spPr>
          <a:xfrm>
            <a:off x="6017846" y="0"/>
            <a:ext cx="6174154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/>
              <a:t>The standard (IEEE 802) format for printing MAC-48 addresses in human-friendly form is </a:t>
            </a:r>
            <a:r>
              <a:rPr lang="en-GB" dirty="0">
                <a:solidFill>
                  <a:srgbClr val="FF0000"/>
                </a:solidFill>
              </a:rPr>
              <a:t>six</a:t>
            </a:r>
            <a:r>
              <a:rPr lang="en-GB" dirty="0"/>
              <a:t> groups of </a:t>
            </a:r>
            <a:r>
              <a:rPr lang="en-GB" dirty="0">
                <a:solidFill>
                  <a:srgbClr val="FF0000"/>
                </a:solidFill>
              </a:rPr>
              <a:t>two</a:t>
            </a:r>
            <a:r>
              <a:rPr lang="en-GB" dirty="0"/>
              <a:t> </a:t>
            </a:r>
            <a:r>
              <a:rPr lang="en-GB" dirty="0">
                <a:solidFill>
                  <a:srgbClr val="FF0000"/>
                </a:solidFill>
              </a:rPr>
              <a:t>hexadecimal</a:t>
            </a:r>
            <a:r>
              <a:rPr lang="en-GB" dirty="0"/>
              <a:t> digits, separated by hyphens </a:t>
            </a:r>
            <a:r>
              <a:rPr lang="en-GB" sz="2000" dirty="0">
                <a:solidFill>
                  <a:srgbClr val="FF0000"/>
                </a:solidFill>
              </a:rPr>
              <a:t>-</a:t>
            </a:r>
            <a:r>
              <a:rPr lang="en-GB" sz="2000" dirty="0"/>
              <a:t> </a:t>
            </a:r>
            <a:r>
              <a:rPr lang="en-GB" dirty="0"/>
              <a:t>or colons </a:t>
            </a:r>
            <a:r>
              <a:rPr lang="en-GB" sz="2000" b="1" dirty="0">
                <a:solidFill>
                  <a:srgbClr val="FF0000"/>
                </a:solidFill>
              </a:rPr>
              <a:t>:</a:t>
            </a:r>
            <a:r>
              <a:rPr lang="en-GB" dirty="0"/>
              <a:t>.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4F0041-A00A-C84E-5021-61873806D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7846" y="1317618"/>
            <a:ext cx="4701947" cy="277392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188BC01-CD86-60CB-5A4C-C106211AE21C}"/>
              </a:ext>
            </a:extLst>
          </p:cNvPr>
          <p:cNvCxnSpPr>
            <a:endCxn id="6" idx="1"/>
          </p:cNvCxnSpPr>
          <p:nvPr/>
        </p:nvCxnSpPr>
        <p:spPr>
          <a:xfrm flipV="1">
            <a:off x="5533292" y="477054"/>
            <a:ext cx="484554" cy="4770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2017B227-5F07-D2F2-4F10-8CA06EC9A7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967" y="4252401"/>
            <a:ext cx="10668925" cy="224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31522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DC22E5-6EB4-752E-A8A9-B06DEA5F965A}"/>
              </a:ext>
            </a:extLst>
          </p:cNvPr>
          <p:cNvSpPr txBox="1"/>
          <p:nvPr/>
        </p:nvSpPr>
        <p:spPr>
          <a:xfrm>
            <a:off x="2673527" y="946735"/>
            <a:ext cx="354037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7030A0"/>
                </a:solidFill>
              </a:rPr>
              <a:t>PaloAlto_00:0a:30</a:t>
            </a:r>
          </a:p>
          <a:p>
            <a:r>
              <a:rPr lang="en-US" sz="3200" dirty="0">
                <a:solidFill>
                  <a:srgbClr val="7030A0"/>
                </a:solidFill>
              </a:rPr>
              <a:t>VMware_86:44:c3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FAE3F0-F701-3635-4B85-0F5B13DD7C2C}"/>
              </a:ext>
            </a:extLst>
          </p:cNvPr>
          <p:cNvSpPr txBox="1"/>
          <p:nvPr/>
        </p:nvSpPr>
        <p:spPr>
          <a:xfrm>
            <a:off x="643918" y="3410529"/>
            <a:ext cx="2986972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Match vendor’s MAC patterns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07C2D7F-5CF4-AEB4-1191-96D0EDDD1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0848" y="0"/>
            <a:ext cx="5441152" cy="272057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ABD2DEC-B427-FF62-C09C-34EF1A22C1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918" y="3779861"/>
            <a:ext cx="10684166" cy="102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7561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84DBE-B6CA-E812-7912-92475DDE3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Extract network fields from a </a:t>
            </a:r>
            <a:r>
              <a:rPr lang="en-GB" dirty="0" err="1"/>
              <a:t>pcap</a:t>
            </a:r>
            <a:r>
              <a:rPr lang="en-GB" dirty="0"/>
              <a:t> before regex matching</a:t>
            </a:r>
            <a:r>
              <a:rPr lang="en-US" dirty="0"/>
              <a:t>(</a:t>
            </a:r>
            <a:r>
              <a:rPr lang="en-US" dirty="0">
                <a:hlinkClick r:id="rId3"/>
              </a:rPr>
              <a:t>link</a:t>
            </a:r>
            <a:r>
              <a:rPr lang="en-US" dirty="0"/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1E584E-29FB-CBEB-8CDC-107197D13D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37" y="2062272"/>
            <a:ext cx="7338696" cy="17222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0AD6D8-4084-1859-405C-6DA5B7A11F31}"/>
              </a:ext>
            </a:extLst>
          </p:cNvPr>
          <p:cNvSpPr txBox="1"/>
          <p:nvPr/>
        </p:nvSpPr>
        <p:spPr>
          <a:xfrm>
            <a:off x="7972719" y="2062272"/>
            <a:ext cx="3727344" cy="20313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7030A0"/>
                </a:solidFill>
              </a:rPr>
              <a:t>-r &lt;</a:t>
            </a:r>
            <a:r>
              <a:rPr lang="en-GB" dirty="0" err="1">
                <a:solidFill>
                  <a:srgbClr val="7030A0"/>
                </a:solidFill>
              </a:rPr>
              <a:t>infile</a:t>
            </a:r>
            <a:r>
              <a:rPr lang="en-GB" dirty="0">
                <a:solidFill>
                  <a:srgbClr val="7030A0"/>
                </a:solidFill>
              </a:rPr>
              <a:t>&gt;, --read-file &lt;</a:t>
            </a:r>
            <a:r>
              <a:rPr lang="en-GB" dirty="0" err="1">
                <a:solidFill>
                  <a:srgbClr val="7030A0"/>
                </a:solidFill>
              </a:rPr>
              <a:t>infile</a:t>
            </a:r>
            <a:r>
              <a:rPr lang="en-GB" dirty="0">
                <a:solidFill>
                  <a:srgbClr val="7030A0"/>
                </a:solidFill>
              </a:rPr>
              <a:t>&gt;:                  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set the filename to read from (or '-' for stdin)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7030A0"/>
                </a:solidFill>
              </a:rPr>
              <a:t> -e &lt;field&gt;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field to print if -</a:t>
            </a:r>
            <a:r>
              <a:rPr lang="en-GB" dirty="0" err="1"/>
              <a:t>Tfields</a:t>
            </a:r>
            <a:r>
              <a:rPr lang="en-GB" dirty="0"/>
              <a:t> selected (e.g. </a:t>
            </a:r>
            <a:r>
              <a:rPr lang="en-GB" dirty="0" err="1"/>
              <a:t>tcp.port</a:t>
            </a:r>
            <a:r>
              <a:rPr lang="en-GB" dirty="0"/>
              <a:t>,                           _</a:t>
            </a:r>
            <a:r>
              <a:rPr lang="en-GB" dirty="0" err="1"/>
              <a:t>ws.col.Info</a:t>
            </a:r>
            <a:r>
              <a:rPr lang="en-GB" dirty="0"/>
              <a:t>)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8FA98B-1813-F073-2B7F-9B3ED32ADA0F}"/>
              </a:ext>
            </a:extLst>
          </p:cNvPr>
          <p:cNvSpPr txBox="1"/>
          <p:nvPr/>
        </p:nvSpPr>
        <p:spPr>
          <a:xfrm>
            <a:off x="491937" y="1664843"/>
            <a:ext cx="1233030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 err="1"/>
              <a:t>tshark</a:t>
            </a:r>
            <a:r>
              <a:rPr lang="en-US" dirty="0"/>
              <a:t> help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599182-DCB4-9BFD-D33C-610182902935}"/>
              </a:ext>
            </a:extLst>
          </p:cNvPr>
          <p:cNvSpPr txBox="1"/>
          <p:nvPr/>
        </p:nvSpPr>
        <p:spPr>
          <a:xfrm>
            <a:off x="491937" y="4121695"/>
            <a:ext cx="2091150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Convert </a:t>
            </a:r>
            <a:r>
              <a:rPr lang="en-US" dirty="0" err="1"/>
              <a:t>pcap</a:t>
            </a:r>
            <a:r>
              <a:rPr lang="en-US" dirty="0"/>
              <a:t> to text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40EDC3-69EE-20A8-F6B8-2C010AFF92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37" y="4491027"/>
            <a:ext cx="10707028" cy="2217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2036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24B6E2A-0A9D-B5FE-7734-765E50CB8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568" y="3501232"/>
            <a:ext cx="10668925" cy="13717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731FCE-9622-D0C3-E62D-D31419D972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40" y="1848487"/>
            <a:ext cx="10615580" cy="10821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C7300B3-51B3-AE9D-4478-1FA682D240E3}"/>
              </a:ext>
            </a:extLst>
          </p:cNvPr>
          <p:cNvSpPr txBox="1"/>
          <p:nvPr/>
        </p:nvSpPr>
        <p:spPr>
          <a:xfrm>
            <a:off x="702240" y="1479155"/>
            <a:ext cx="3067250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Extract standard MAC-address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3E8E57-B0C7-4959-A5FD-5A542CB920AF}"/>
              </a:ext>
            </a:extLst>
          </p:cNvPr>
          <p:cNvSpPr txBox="1"/>
          <p:nvPr/>
        </p:nvSpPr>
        <p:spPr>
          <a:xfrm>
            <a:off x="675568" y="3115287"/>
            <a:ext cx="3518527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Extract vendor-resolved MAC labels</a:t>
            </a:r>
          </a:p>
        </p:txBody>
      </p:sp>
    </p:spTree>
    <p:extLst>
      <p:ext uri="{BB962C8B-B14F-4D97-AF65-F5344CB8AC3E}">
        <p14:creationId xmlns:p14="http://schemas.microsoft.com/office/powerpoint/2010/main" val="382931163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7548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76FBF"/>
                </a:solidFill>
                <a:latin typeface="Arial"/>
              </a:rPr>
              <a:t>Section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A2B56"/>
                </a:solidFill>
                <a:latin typeface="Arial"/>
              </a:rPr>
              <a:t>Searching Structured 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90195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5F5F5F"/>
                </a:solidFill>
                <a:latin typeface="Arial"/>
              </a:rPr>
              <a:t>DOCX/XML extraction and text cleanup before evidence search.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2606040"/>
            <a:ext cx="7589520" cy="54864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2971800"/>
            <a:ext cx="10469880" cy="1920240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218688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28600">
              <a:spcAft>
                <a:spcPts val="600"/>
              </a:spcAft>
              <a:defRPr sz="2200">
                <a:solidFill>
                  <a:srgbClr val="232323"/>
                </a:solidFill>
                <a:latin typeface="Arial"/>
              </a:defRPr>
            </a:pPr>
            <a:r>
              <a:rPr sz="2000">
                <a:latin typeface="Arial"/>
              </a:rPr>
              <a:t>• Extract text from structured documents before matching evidence.</a:t>
            </a:r>
          </a:p>
          <a:p>
            <a:pPr marL="285750" indent="-228600">
              <a:spcAft>
                <a:spcPts val="600"/>
              </a:spcAft>
              <a:defRPr sz="2200">
                <a:solidFill>
                  <a:srgbClr val="232323"/>
                </a:solidFill>
                <a:latin typeface="Arial"/>
              </a:defRPr>
            </a:pPr>
            <a:r>
              <a:rPr sz="2000">
                <a:latin typeface="Arial"/>
              </a:rPr>
              <a:t>• Use sed to clean XML/HTML markup while preserving useful boundaries.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5ED79-5FD3-4460-9B84-0EDF3CB80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Extract email addresses from a .docx file</a:t>
            </a:r>
            <a:endParaRPr lang="en-US" i="1" dirty="0">
              <a:solidFill>
                <a:srgbClr val="7030A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7DCCD0-0ED5-412C-A653-96CDE7DDA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633" y="1648068"/>
            <a:ext cx="7871444" cy="5064694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5BF09FA-514D-45EE-B9F7-B1FB7B964FBF}"/>
              </a:ext>
            </a:extLst>
          </p:cNvPr>
          <p:cNvCxnSpPr/>
          <p:nvPr/>
        </p:nvCxnSpPr>
        <p:spPr>
          <a:xfrm flipH="1">
            <a:off x="3563815" y="6103815"/>
            <a:ext cx="351692" cy="32824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107046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5FB47D-DD06-4BC9-9973-B80A28747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077" y="1469972"/>
            <a:ext cx="6911939" cy="43971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439F51-ABD8-4488-91CA-8BBBF001907C}"/>
              </a:ext>
            </a:extLst>
          </p:cNvPr>
          <p:cNvSpPr txBox="1"/>
          <p:nvPr/>
        </p:nvSpPr>
        <p:spPr>
          <a:xfrm>
            <a:off x="1182077" y="1100640"/>
            <a:ext cx="2725939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A .docx file is a ZIP package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D1772B-BD06-490D-A8D2-E2BB28DBC9ED}"/>
              </a:ext>
            </a:extLst>
          </p:cNvPr>
          <p:cNvSpPr txBox="1"/>
          <p:nvPr/>
        </p:nvSpPr>
        <p:spPr>
          <a:xfrm>
            <a:off x="8792308" y="2672862"/>
            <a:ext cx="90858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content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426836D-8B20-4261-BD81-122E997B184D}"/>
              </a:ext>
            </a:extLst>
          </p:cNvPr>
          <p:cNvCxnSpPr>
            <a:stCxn id="6" idx="1"/>
          </p:cNvCxnSpPr>
          <p:nvPr/>
        </p:nvCxnSpPr>
        <p:spPr>
          <a:xfrm flipH="1">
            <a:off x="6807200" y="2857528"/>
            <a:ext cx="1985108" cy="3936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177305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B5BE5F-45AF-40CB-8E33-D7E0FA65D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803" y="1360503"/>
            <a:ext cx="9373759" cy="430533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61EF5A1-88E0-4878-8934-F5B8D8E84331}"/>
              </a:ext>
            </a:extLst>
          </p:cNvPr>
          <p:cNvSpPr/>
          <p:nvPr/>
        </p:nvSpPr>
        <p:spPr>
          <a:xfrm>
            <a:off x="1343997" y="2565747"/>
            <a:ext cx="4675113" cy="301654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E92176-9412-4016-8D80-F03E39FEB359}"/>
              </a:ext>
            </a:extLst>
          </p:cNvPr>
          <p:cNvSpPr txBox="1"/>
          <p:nvPr/>
        </p:nvSpPr>
        <p:spPr>
          <a:xfrm>
            <a:off x="1216802" y="977104"/>
            <a:ext cx="5610717" cy="40011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>
              <a:defRPr sz="2000" b="0">
                <a:solidFill>
                  <a:srgbClr val="000000"/>
                </a:solidFill>
                <a:latin typeface="Arial"/>
              </a:defRPr>
            </a:pPr>
            <a:r>
              <a:rPr lang="en-GB" dirty="0">
                <a:latin typeface="Arial"/>
              </a:rPr>
              <a:t>Unzip .docx to inspect internal XML files</a:t>
            </a:r>
          </a:p>
        </p:txBody>
      </p:sp>
    </p:spTree>
    <p:extLst>
      <p:ext uri="{BB962C8B-B14F-4D97-AF65-F5344CB8AC3E}">
        <p14:creationId xmlns:p14="http://schemas.microsoft.com/office/powerpoint/2010/main" val="184318809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6ED57C-A720-46FA-89E8-31D0BAE0B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731" y="770946"/>
            <a:ext cx="10016154" cy="32952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BCAB55-6160-4D69-A0CB-E6DF57D2E0A4}"/>
              </a:ext>
            </a:extLst>
          </p:cNvPr>
          <p:cNvSpPr txBox="1"/>
          <p:nvPr/>
        </p:nvSpPr>
        <p:spPr>
          <a:xfrm>
            <a:off x="844730" y="383049"/>
            <a:ext cx="5460276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The main .docx text is stored in word/document.xml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B78F2F-84B3-45AD-BE8A-CB894D2B0A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10" y="4746172"/>
            <a:ext cx="10016154" cy="4953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4FF1106-C28A-480F-940A-C6690E108BB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8068"/>
          <a:stretch/>
        </p:blipFill>
        <p:spPr>
          <a:xfrm>
            <a:off x="828610" y="5241515"/>
            <a:ext cx="10032275" cy="11278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34D2695-7A8A-43E2-B032-8EDD25055E57}"/>
              </a:ext>
            </a:extLst>
          </p:cNvPr>
          <p:cNvSpPr txBox="1"/>
          <p:nvPr/>
        </p:nvSpPr>
        <p:spPr>
          <a:xfrm>
            <a:off x="844729" y="4376840"/>
            <a:ext cx="6917943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grep “ubalt.edu”</a:t>
            </a:r>
            <a:r>
              <a:rPr lang="en-GB" dirty="0"/>
              <a:t>, but the result includes Word XML markup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00827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5BEA4-A027-4C04-9A8E-3C324BBF0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Remove xml tag using </a:t>
            </a:r>
            <a:r>
              <a:rPr lang="en-US" i="1" dirty="0">
                <a:solidFill>
                  <a:srgbClr val="7030A0"/>
                </a:solidFill>
              </a:rPr>
              <a:t>sed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7FCE308-C4FD-4D13-A623-C25C9210A3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9361" y="1583630"/>
            <a:ext cx="7355952" cy="523969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9EA25AC-7ADE-4610-B695-86A7AED32EEE}"/>
              </a:ext>
            </a:extLst>
          </p:cNvPr>
          <p:cNvSpPr txBox="1"/>
          <p:nvPr/>
        </p:nvSpPr>
        <p:spPr>
          <a:xfrm>
            <a:off x="831362" y="1567476"/>
            <a:ext cx="1771161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>
              <a:defRPr sz="1800" b="0">
                <a:solidFill>
                  <a:srgbClr val="000000"/>
                </a:solidFill>
                <a:latin typeface="Arial"/>
              </a:defRPr>
            </a:pPr>
            <a:r>
              <a:rPr lang="en-US" dirty="0">
                <a:latin typeface="Arial"/>
              </a:rPr>
              <a:t>sed substitution commands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82C714-ECD3-4BE1-B0FC-9D654A9A8EA6}"/>
              </a:ext>
            </a:extLst>
          </p:cNvPr>
          <p:cNvSpPr/>
          <p:nvPr/>
        </p:nvSpPr>
        <p:spPr>
          <a:xfrm>
            <a:off x="2751015" y="3032369"/>
            <a:ext cx="5572370" cy="396631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86976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5D0C05-57AC-4BA7-A002-C8CA7E0C6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58" y="1106708"/>
            <a:ext cx="9228015" cy="18536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D088CC-10B7-450E-833B-244ED8D9803D}"/>
              </a:ext>
            </a:extLst>
          </p:cNvPr>
          <p:cNvSpPr txBox="1"/>
          <p:nvPr/>
        </p:nvSpPr>
        <p:spPr>
          <a:xfrm>
            <a:off x="820657" y="737375"/>
            <a:ext cx="4926999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Replace only the first “1” vs. all “1” characters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0694FB-DB70-4617-9730-0F9129A31E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658" y="5305214"/>
            <a:ext cx="7917866" cy="8154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43ED4F-71CB-4376-99D2-171100E4E6E0}"/>
              </a:ext>
            </a:extLst>
          </p:cNvPr>
          <p:cNvSpPr txBox="1"/>
          <p:nvPr/>
        </p:nvSpPr>
        <p:spPr>
          <a:xfrm>
            <a:off x="820658" y="4917774"/>
            <a:ext cx="1591802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Remove all “-”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2F9758-33AA-4A8C-BA97-A55F6BA5EC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658" y="3630700"/>
            <a:ext cx="7734970" cy="80016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C218072-145E-41B1-9942-64ABA4301CA8}"/>
              </a:ext>
            </a:extLst>
          </p:cNvPr>
          <p:cNvSpPr txBox="1"/>
          <p:nvPr/>
        </p:nvSpPr>
        <p:spPr>
          <a:xfrm>
            <a:off x="820657" y="3262575"/>
            <a:ext cx="5119034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>
              <a:defRPr sz="1800" b="0">
                <a:solidFill>
                  <a:srgbClr val="000000"/>
                </a:solidFill>
                <a:latin typeface="Arial"/>
              </a:defRPr>
            </a:pPr>
            <a:r>
              <a:rPr lang="en-US" dirty="0"/>
              <a:t>Replace hyphens with dots</a:t>
            </a:r>
          </a:p>
        </p:txBody>
      </p:sp>
    </p:spTree>
    <p:extLst>
      <p:ext uri="{BB962C8B-B14F-4D97-AF65-F5344CB8AC3E}">
        <p14:creationId xmlns:p14="http://schemas.microsoft.com/office/powerpoint/2010/main" val="154250998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B79B1B-0334-4577-8D54-7988DBCCA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053" y="5196086"/>
            <a:ext cx="10600339" cy="8154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4B3713-8E06-467E-9B5F-2B84257468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9715" y="2506817"/>
            <a:ext cx="5257116" cy="23101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D0F9F7-D971-4B20-9521-0828F91C7F8E}"/>
              </a:ext>
            </a:extLst>
          </p:cNvPr>
          <p:cNvSpPr txBox="1"/>
          <p:nvPr/>
        </p:nvSpPr>
        <p:spPr>
          <a:xfrm>
            <a:off x="678307" y="970674"/>
            <a:ext cx="6419179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First attempt: PCRE-style lazy matching is not supported by </a:t>
            </a:r>
            <a:r>
              <a:rPr lang="en-GB" dirty="0" err="1"/>
              <a:t>sed</a:t>
            </a:r>
            <a:r>
              <a:rPr lang="en-GB" dirty="0"/>
              <a:t>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0DD210-BB3A-4344-9093-068B6099DBCD}"/>
              </a:ext>
            </a:extLst>
          </p:cNvPr>
          <p:cNvSpPr txBox="1"/>
          <p:nvPr/>
        </p:nvSpPr>
        <p:spPr>
          <a:xfrm>
            <a:off x="5319470" y="99423"/>
            <a:ext cx="672652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FF0000"/>
                </a:solidFill>
              </a:rPr>
              <a:t>&lt;h1&gt;</a:t>
            </a:r>
            <a:r>
              <a:rPr lang="en-US" sz="44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This is a heading. </a:t>
            </a:r>
            <a:r>
              <a:rPr lang="en-US" sz="4400" dirty="0">
                <a:solidFill>
                  <a:srgbClr val="FF0000"/>
                </a:solidFill>
              </a:rPr>
              <a:t>&lt;/h1&gt;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F0BDE3-5369-4F00-B8CE-4C503CBA3411}"/>
              </a:ext>
            </a:extLst>
          </p:cNvPr>
          <p:cNvSpPr/>
          <p:nvPr/>
        </p:nvSpPr>
        <p:spPr>
          <a:xfrm>
            <a:off x="5319470" y="99423"/>
            <a:ext cx="1245454" cy="7068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83AFB9-B1B3-4FE2-9B35-3A59F985E3AB}"/>
              </a:ext>
            </a:extLst>
          </p:cNvPr>
          <p:cNvSpPr/>
          <p:nvPr/>
        </p:nvSpPr>
        <p:spPr>
          <a:xfrm>
            <a:off x="10512793" y="92075"/>
            <a:ext cx="1533198" cy="7068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D9E4DA6-BBD7-4168-A32F-082F973B56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307" y="1340006"/>
            <a:ext cx="10242168" cy="76206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E7C48F-241A-4487-B628-DF53141331B5}"/>
              </a:ext>
            </a:extLst>
          </p:cNvPr>
          <p:cNvSpPr txBox="1"/>
          <p:nvPr/>
        </p:nvSpPr>
        <p:spPr>
          <a:xfrm>
            <a:off x="678307" y="4672866"/>
            <a:ext cx="9945358" cy="52322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rial"/>
              </a:rPr>
              <a:t>Better approach: </a:t>
            </a:r>
            <a:r>
              <a:rPr lang="en-US" dirty="0"/>
              <a:t>Remove all html tags using </a:t>
            </a:r>
            <a:r>
              <a:rPr lang="en-US" sz="2800" dirty="0">
                <a:solidFill>
                  <a:srgbClr val="0070C0"/>
                </a:solidFill>
              </a:rPr>
              <a:t>[^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dirty="0"/>
              <a:t>not allowed character set</a:t>
            </a:r>
            <a:r>
              <a:rPr lang="en-US" sz="2800" dirty="0">
                <a:solidFill>
                  <a:srgbClr val="0070C0"/>
                </a:solidFill>
              </a:rPr>
              <a:t>].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759207-2F40-2214-348F-E23EF0146027}"/>
              </a:ext>
            </a:extLst>
          </p:cNvPr>
          <p:cNvSpPr txBox="1"/>
          <p:nvPr/>
        </p:nvSpPr>
        <p:spPr>
          <a:xfrm>
            <a:off x="8508075" y="2666512"/>
            <a:ext cx="2905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Match any character except 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the caret symbol </a:t>
            </a:r>
            <a:r>
              <a:rPr lang="en-US" dirty="0">
                <a:solidFill>
                  <a:srgbClr val="FF0000"/>
                </a:solidFill>
              </a:rPr>
              <a:t>^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4E6574-3054-5F4B-A4F3-DDCC06EC7396}"/>
              </a:ext>
            </a:extLst>
          </p:cNvPr>
          <p:cNvSpPr txBox="1"/>
          <p:nvPr/>
        </p:nvSpPr>
        <p:spPr>
          <a:xfrm>
            <a:off x="3000103" y="6232944"/>
            <a:ext cx="584780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500" dirty="0">
                <a:latin typeface="Arial"/>
              </a:rPr>
              <a:t>In plaintext: match “&lt;” then all non-“&gt;” characters until “&gt;”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09077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051892-7CC6-4CA7-82C6-90887026C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106" y="3287614"/>
            <a:ext cx="10691787" cy="29491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CAA8FC9-DAC2-4527-A0B9-048FB8BEAFB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8220" t="48129" r="-278" b="-961"/>
          <a:stretch/>
        </p:blipFill>
        <p:spPr>
          <a:xfrm>
            <a:off x="4633607" y="0"/>
            <a:ext cx="7558393" cy="31311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5792B2-0AA0-4957-A943-42F486FA282A}"/>
              </a:ext>
            </a:extLst>
          </p:cNvPr>
          <p:cNvSpPr txBox="1"/>
          <p:nvPr/>
        </p:nvSpPr>
        <p:spPr>
          <a:xfrm>
            <a:off x="750106" y="2918282"/>
            <a:ext cx="2172990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dirty="0"/>
              <a:t>Remove all xml tags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5750A6-7EC6-4982-A058-44500DDB7989}"/>
              </a:ext>
            </a:extLst>
          </p:cNvPr>
          <p:cNvSpPr/>
          <p:nvPr/>
        </p:nvSpPr>
        <p:spPr>
          <a:xfrm>
            <a:off x="3266831" y="5924062"/>
            <a:ext cx="2610338" cy="312748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175B97-1916-47BE-A0AC-B08AAD342370}"/>
              </a:ext>
            </a:extLst>
          </p:cNvPr>
          <p:cNvSpPr/>
          <p:nvPr/>
        </p:nvSpPr>
        <p:spPr>
          <a:xfrm>
            <a:off x="4837877" y="2379784"/>
            <a:ext cx="1563078" cy="64009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030A0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79230FF-591F-4BA0-89F9-58C0A80A0C9A}"/>
              </a:ext>
            </a:extLst>
          </p:cNvPr>
          <p:cNvCxnSpPr>
            <a:endCxn id="8" idx="2"/>
          </p:cNvCxnSpPr>
          <p:nvPr/>
        </p:nvCxnSpPr>
        <p:spPr>
          <a:xfrm flipV="1">
            <a:off x="4298462" y="3019881"/>
            <a:ext cx="1320954" cy="2904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DE2BDCC-0B2F-4417-A2DF-300569C05192}"/>
              </a:ext>
            </a:extLst>
          </p:cNvPr>
          <p:cNvSpPr txBox="1"/>
          <p:nvPr/>
        </p:nvSpPr>
        <p:spPr>
          <a:xfrm>
            <a:off x="2923096" y="6402576"/>
            <a:ext cx="6609502" cy="3231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>
              <a:defRPr sz="1500" b="0">
                <a:solidFill>
                  <a:srgbClr val="000000"/>
                </a:solidFill>
                <a:latin typeface="Arial"/>
              </a:defRPr>
            </a:pPr>
            <a:r>
              <a:rPr lang="en-GB" dirty="0">
                <a:latin typeface="Arial"/>
              </a:rPr>
              <a:t>Issue: removing tags can concatenate words across paragraph boundaries.</a:t>
            </a:r>
          </a:p>
        </p:txBody>
      </p:sp>
    </p:spTree>
    <p:extLst>
      <p:ext uri="{BB962C8B-B14F-4D97-AF65-F5344CB8AC3E}">
        <p14:creationId xmlns:p14="http://schemas.microsoft.com/office/powerpoint/2010/main" val="343542054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84CA7F-E5F5-42B5-8972-1DB49E788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727" y="1126165"/>
            <a:ext cx="10676545" cy="29644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3364CF9-8904-4B21-B92A-18314F4BF69F}"/>
              </a:ext>
            </a:extLst>
          </p:cNvPr>
          <p:cNvSpPr txBox="1"/>
          <p:nvPr/>
        </p:nvSpPr>
        <p:spPr>
          <a:xfrm>
            <a:off x="757725" y="756833"/>
            <a:ext cx="7942137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dirty="0">
                <a:latin typeface="Arial"/>
              </a:rPr>
              <a:t>Preserve paragraph boundaries:  </a:t>
            </a:r>
            <a:r>
              <a:rPr lang="en-US" dirty="0"/>
              <a:t>Replace paragraph (</a:t>
            </a:r>
            <a:r>
              <a:rPr lang="en-US" dirty="0" err="1"/>
              <a:t>paraID</a:t>
            </a:r>
            <a:r>
              <a:rPr lang="en-US" dirty="0"/>
              <a:t>) tag with spaces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DE97F7-8329-4272-8407-3CF97C385E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347" y="4792634"/>
            <a:ext cx="10661304" cy="12116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E649BC-384F-4793-8E42-0D20AE1D1E3F}"/>
              </a:ext>
            </a:extLst>
          </p:cNvPr>
          <p:cNvSpPr txBox="1"/>
          <p:nvPr/>
        </p:nvSpPr>
        <p:spPr>
          <a:xfrm>
            <a:off x="765347" y="4423302"/>
            <a:ext cx="4877807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00000"/>
                </a:solidFill>
                <a:latin typeface="Arial"/>
              </a:defRPr>
            </a:pPr>
            <a:r>
              <a:rPr lang="en-GB" dirty="0">
                <a:latin typeface="Arial"/>
              </a:rPr>
              <a:t>Then grep the cleaned text for emails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E7D2EBC-C966-9E33-BD51-E26935EA1857}"/>
                  </a:ext>
                </a:extLst>
              </p14:cNvPr>
              <p14:cNvContentPartPr/>
              <p14:nvPr/>
            </p14:nvContentPartPr>
            <p14:xfrm>
              <a:off x="4548496" y="378982"/>
              <a:ext cx="3998880" cy="9867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E7D2EBC-C966-9E33-BD51-E26935EA185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30496" y="360982"/>
                <a:ext cx="4034520" cy="102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14BF806-9355-59A7-17C5-E9F41E7EAFCF}"/>
                  </a:ext>
                </a:extLst>
              </p14:cNvPr>
              <p14:cNvContentPartPr/>
              <p14:nvPr/>
            </p14:nvContentPartPr>
            <p14:xfrm>
              <a:off x="8292136" y="1115542"/>
              <a:ext cx="256680" cy="2282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14BF806-9355-59A7-17C5-E9F41E7EAFC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274136" y="1097542"/>
                <a:ext cx="292320" cy="26388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91BD7C73-597A-49A5-D453-DBA5C2A2F62C}"/>
              </a:ext>
            </a:extLst>
          </p:cNvPr>
          <p:cNvSpPr txBox="1"/>
          <p:nvPr/>
        </p:nvSpPr>
        <p:spPr>
          <a:xfrm>
            <a:off x="8589666" y="276457"/>
            <a:ext cx="283698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[^&lt;]*: </a:t>
            </a:r>
            <a:r>
              <a:rPr lang="en-GB" sz="1400" dirty="0"/>
              <a:t>Match characters up to—but not including—another &lt;don’t cross into nested tags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7891010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995D6A-A2C2-444E-BA39-54A621B33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886" y="1109950"/>
            <a:ext cx="10684166" cy="29187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A968A9-F696-4DFA-B03B-F2F98538CB81}"/>
              </a:ext>
            </a:extLst>
          </p:cNvPr>
          <p:cNvSpPr txBox="1"/>
          <p:nvPr/>
        </p:nvSpPr>
        <p:spPr>
          <a:xfrm>
            <a:off x="7045089" y="714492"/>
            <a:ext cx="386080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-p  extract files to pipe, no messages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9C7D0A-BF45-4E1E-9C14-FC601383C112}"/>
              </a:ext>
            </a:extLst>
          </p:cNvPr>
          <p:cNvSpPr txBox="1"/>
          <p:nvPr/>
        </p:nvSpPr>
        <p:spPr>
          <a:xfrm>
            <a:off x="839886" y="740618"/>
            <a:ext cx="5587040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00000"/>
                </a:solidFill>
                <a:latin typeface="Arial"/>
              </a:defRPr>
            </a:pPr>
            <a:r>
              <a:rPr lang="en-GB" dirty="0">
                <a:latin typeface="Arial"/>
              </a:rPr>
              <a:t>Read .docx document text without extracting to disk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56513B8-42EB-4929-AAC2-4A1D918C9A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886" y="4823149"/>
            <a:ext cx="10607959" cy="9983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A811CAE-7C19-45ED-B0C9-DD597DFB29BD}"/>
              </a:ext>
            </a:extLst>
          </p:cNvPr>
          <p:cNvSpPr txBox="1"/>
          <p:nvPr/>
        </p:nvSpPr>
        <p:spPr>
          <a:xfrm>
            <a:off x="839886" y="4424510"/>
            <a:ext cx="6501440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00000"/>
                </a:solidFill>
                <a:latin typeface="Arial"/>
              </a:defRPr>
            </a:pPr>
            <a:r>
              <a:rPr lang="en-GB" dirty="0">
                <a:latin typeface="Arial"/>
              </a:rPr>
              <a:t>Read .docx document properties without extracting to disk</a:t>
            </a:r>
          </a:p>
        </p:txBody>
      </p:sp>
    </p:spTree>
    <p:extLst>
      <p:ext uri="{BB962C8B-B14F-4D97-AF65-F5344CB8AC3E}">
        <p14:creationId xmlns:p14="http://schemas.microsoft.com/office/powerpoint/2010/main" val="407595155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E225B-71F6-4975-9AA2-1931FA9B0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B3665-6E15-43DB-BD93-8A03AE3DF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21698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grep searches for evidence patterns in text or extracted strings; </a:t>
            </a:r>
            <a:r>
              <a:rPr lang="en-GB" dirty="0" err="1"/>
              <a:t>sed</a:t>
            </a:r>
            <a:r>
              <a:rPr lang="en-GB" dirty="0"/>
              <a:t> cleans or transforms matched text.</a:t>
            </a:r>
          </a:p>
          <a:p>
            <a:r>
              <a:rPr lang="en-GB" dirty="0"/>
              <a:t>Build patterns incrementally: start with literal text, then add character classes, groups, alternation, anchors, and quantifiers.</a:t>
            </a:r>
          </a:p>
          <a:p>
            <a:r>
              <a:rPr lang="en-GB" dirty="0"/>
              <a:t>Use grep -E for extended regex; use grep -P for </a:t>
            </a:r>
            <a:r>
              <a:rPr lang="en-GB" dirty="0" err="1"/>
              <a:t>lookaround</a:t>
            </a:r>
            <a:r>
              <a:rPr lang="en-GB" dirty="0"/>
              <a:t>, lazy quantifiers, conditionals, and other PCRE features.</a:t>
            </a:r>
          </a:p>
          <a:p>
            <a:r>
              <a:rPr lang="en-GB" dirty="0"/>
              <a:t>Validate patterns with both positive and negative test cases to reduce false positives.</a:t>
            </a:r>
          </a:p>
          <a:p>
            <a:r>
              <a:rPr lang="en-GB" dirty="0"/>
              <a:t>For compound files such as .docx, extract the internal XML first, clean markup, then run regex searches.</a:t>
            </a:r>
          </a:p>
          <a:p>
            <a:r>
              <a:rPr lang="en-GB" dirty="0"/>
              <a:t>Forensic takeaway: report the exact command, pattern, source file, and validation examples so the search can be reproduced.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03908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17C13D8-2395-70C4-B4DC-A52F4939C6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241" y="213081"/>
            <a:ext cx="3939881" cy="64318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BDB5E21-95D7-01C8-96FC-E56EEDAFA0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3789" y="196029"/>
            <a:ext cx="4815632" cy="643183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85D2BA6-C901-ED1C-CD58-1D585D06BB1B}"/>
              </a:ext>
            </a:extLst>
          </p:cNvPr>
          <p:cNvSpPr txBox="1"/>
          <p:nvPr/>
        </p:nvSpPr>
        <p:spPr>
          <a:xfrm>
            <a:off x="9685866" y="11363"/>
            <a:ext cx="250613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https://staff.washington.edu/weller/grep.html</a:t>
            </a:r>
          </a:p>
        </p:txBody>
      </p:sp>
    </p:spTree>
    <p:extLst>
      <p:ext uri="{BB962C8B-B14F-4D97-AF65-F5344CB8AC3E}">
        <p14:creationId xmlns:p14="http://schemas.microsoft.com/office/powerpoint/2010/main" val="387393350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5A3244-9B72-0944-7D57-3F24B430E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260" y="525528"/>
            <a:ext cx="4793395" cy="58069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64A795-ABF0-8616-227B-5EE3DBC08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3815" y="290028"/>
            <a:ext cx="5157471" cy="6277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83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20631</TotalTime>
  <Words>4618</Words>
  <Application>Microsoft Office PowerPoint</Application>
  <PresentationFormat>Widescreen</PresentationFormat>
  <Paragraphs>541</Paragraphs>
  <Slides>67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82" baseType="lpstr">
      <vt:lpstr>DengXian</vt:lpstr>
      <vt:lpstr>inherit</vt:lpstr>
      <vt:lpstr>Abadi</vt:lpstr>
      <vt:lpstr>Agency FB</vt:lpstr>
      <vt:lpstr>Arial</vt:lpstr>
      <vt:lpstr>Calibri</vt:lpstr>
      <vt:lpstr>Calibri Light</vt:lpstr>
      <vt:lpstr>Consolas</vt:lpstr>
      <vt:lpstr>Lato</vt:lpstr>
      <vt:lpstr>Open Sans</vt:lpstr>
      <vt:lpstr>Times New Roman</vt:lpstr>
      <vt:lpstr>Verdana</vt:lpstr>
      <vt:lpstr>Verdana</vt:lpstr>
      <vt:lpstr>Vijaya</vt:lpstr>
      <vt:lpstr>Office Theme</vt:lpstr>
      <vt:lpstr>Digital Evidence Search with Regex Pattern Matching</vt:lpstr>
      <vt:lpstr>Introduction</vt:lpstr>
      <vt:lpstr>PowerPoint Presentation</vt:lpstr>
      <vt:lpstr>What types of evidence can patterns find?</vt:lpstr>
      <vt:lpstr>What is a regular expression (regex)?</vt:lpstr>
      <vt:lpstr>PowerPoint Presentation</vt:lpstr>
      <vt:lpstr>PowerPoint Presentation</vt:lpstr>
      <vt:lpstr>PowerPoint Presentation</vt:lpstr>
      <vt:lpstr>Download lab files</vt:lpstr>
      <vt:lpstr>PowerPoint Presentation</vt:lpstr>
      <vt:lpstr>PowerPoint Presentation</vt:lpstr>
      <vt:lpstr>PowerPoint Presentation</vt:lpstr>
      <vt:lpstr>PowerPoint Presentation</vt:lpstr>
      <vt:lpstr>A simple pattern of all names</vt:lpstr>
      <vt:lpstr>Match all names in a text file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Phone-number matching: start simple, then generalize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Match email addresses</vt:lpstr>
      <vt:lpstr>PowerPoint Presentation</vt:lpstr>
      <vt:lpstr>PowerPoint Presentation</vt:lpstr>
      <vt:lpstr>Validate a simple password policy</vt:lpstr>
      <vt:lpstr>PowerPoint Presentation</vt:lpstr>
      <vt:lpstr>Search Java source code</vt:lpstr>
      <vt:lpstr>Match HTML code (including tags and content) using Backreference \n</vt:lpstr>
      <vt:lpstr>Match HTML tags using a Lazy quantifier</vt:lpstr>
      <vt:lpstr>Match content from an HTML code</vt:lpstr>
      <vt:lpstr>Match IPv4-like address patterns</vt:lpstr>
      <vt:lpstr>Match a specific URL pattern</vt:lpstr>
      <vt:lpstr>PowerPoint Presentation</vt:lpstr>
      <vt:lpstr>Match Hexadecimal number</vt:lpstr>
      <vt:lpstr>Match MAC address</vt:lpstr>
      <vt:lpstr>PowerPoint Presentation</vt:lpstr>
      <vt:lpstr>Extract network fields from a pcap before regex matching(link)</vt:lpstr>
      <vt:lpstr>PowerPoint Presentation</vt:lpstr>
      <vt:lpstr>PowerPoint Presentation</vt:lpstr>
      <vt:lpstr>Extract email addresses from a .docx file</vt:lpstr>
      <vt:lpstr>PowerPoint Presentation</vt:lpstr>
      <vt:lpstr>PowerPoint Presentation</vt:lpstr>
      <vt:lpstr>PowerPoint Presentation</vt:lpstr>
      <vt:lpstr>Remove xml tag using sed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Frank Xu</dc:creator>
  <cp:lastModifiedBy>Weifeng Xu</cp:lastModifiedBy>
  <cp:revision>87</cp:revision>
  <dcterms:created xsi:type="dcterms:W3CDTF">2020-09-14T14:43:27Z</dcterms:created>
  <dcterms:modified xsi:type="dcterms:W3CDTF">2026-09-23T17:20:38Z</dcterms:modified>
</cp:coreProperties>
</file>