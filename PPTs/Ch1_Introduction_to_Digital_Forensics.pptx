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391" r:id="rId4"/>
    <p:sldId id="258" r:id="rId5"/>
    <p:sldId id="259" r:id="rId6"/>
    <p:sldId id="260" r:id="rId7"/>
    <p:sldId id="361" r:id="rId8"/>
    <p:sldId id="261" r:id="rId9"/>
    <p:sldId id="362" r:id="rId10"/>
    <p:sldId id="363" r:id="rId11"/>
    <p:sldId id="364" r:id="rId12"/>
    <p:sldId id="392" r:id="rId13"/>
    <p:sldId id="365" r:id="rId14"/>
    <p:sldId id="366" r:id="rId15"/>
    <p:sldId id="367" r:id="rId16"/>
    <p:sldId id="368" r:id="rId17"/>
    <p:sldId id="369" r:id="rId18"/>
    <p:sldId id="370" r:id="rId19"/>
    <p:sldId id="372" r:id="rId20"/>
    <p:sldId id="386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393" r:id="rId35"/>
    <p:sldId id="390" r:id="rId36"/>
    <p:sldId id="389" r:id="rId37"/>
    <p:sldId id="3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39DD8-02D2-467F-8A59-B65F864F6561}" v="3" dt="2025-02-12T16:38:46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09" autoAdjust="0"/>
    <p:restoredTop sz="86667" autoAdjust="0"/>
  </p:normalViewPr>
  <p:slideViewPr>
    <p:cSldViewPr snapToGrid="0">
      <p:cViewPr varScale="1">
        <p:scale>
          <a:sx n="93" d="100"/>
          <a:sy n="93" d="100"/>
        </p:scale>
        <p:origin x="14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5E39DD8-02D2-467F-8A59-B65F864F6561}"/>
    <pc:docChg chg="custSel addSld delSld modSld sldOrd">
      <pc:chgData name="Weifeng Xu" userId="e7aed605-a3dd-4d5a-a692-a87037af107b" providerId="ADAL" clId="{F5E39DD8-02D2-467F-8A59-B65F864F6561}" dt="2025-02-12T16:42:45.528" v="349" actId="20577"/>
      <pc:docMkLst>
        <pc:docMk/>
      </pc:docMkLst>
      <pc:sldChg chg="modSp mod">
        <pc:chgData name="Weifeng Xu" userId="e7aed605-a3dd-4d5a-a692-a87037af107b" providerId="ADAL" clId="{F5E39DD8-02D2-467F-8A59-B65F864F6561}" dt="2025-02-12T16:36:34.201" v="31" actId="21"/>
        <pc:sldMkLst>
          <pc:docMk/>
          <pc:sldMk cId="591311306" sldId="372"/>
        </pc:sldMkLst>
        <pc:spChg chg="mod">
          <ac:chgData name="Weifeng Xu" userId="e7aed605-a3dd-4d5a-a692-a87037af107b" providerId="ADAL" clId="{F5E39DD8-02D2-467F-8A59-B65F864F6561}" dt="2025-02-12T16:36:34.201" v="31" actId="21"/>
          <ac:spMkLst>
            <pc:docMk/>
            <pc:sldMk cId="591311306" sldId="372"/>
            <ac:spMk id="3" creationId="{00000000-0000-0000-0000-000000000000}"/>
          </ac:spMkLst>
        </pc:spChg>
      </pc:sldChg>
      <pc:sldChg chg="del">
        <pc:chgData name="Weifeng Xu" userId="e7aed605-a3dd-4d5a-a692-a87037af107b" providerId="ADAL" clId="{F5E39DD8-02D2-467F-8A59-B65F864F6561}" dt="2025-02-12T16:41:43.788" v="292" actId="47"/>
        <pc:sldMkLst>
          <pc:docMk/>
          <pc:sldMk cId="2776652354" sldId="388"/>
        </pc:sldMkLst>
      </pc:sldChg>
      <pc:sldChg chg="modSp add mod ord">
        <pc:chgData name="Weifeng Xu" userId="e7aed605-a3dd-4d5a-a692-a87037af107b" providerId="ADAL" clId="{F5E39DD8-02D2-467F-8A59-B65F864F6561}" dt="2025-02-12T16:42:45.528" v="349" actId="20577"/>
        <pc:sldMkLst>
          <pc:docMk/>
          <pc:sldMk cId="332893432" sldId="389"/>
        </pc:sldMkLst>
        <pc:spChg chg="mod">
          <ac:chgData name="Weifeng Xu" userId="e7aed605-a3dd-4d5a-a692-a87037af107b" providerId="ADAL" clId="{F5E39DD8-02D2-467F-8A59-B65F864F6561}" dt="2025-02-12T16:42:45.528" v="349" actId="20577"/>
          <ac:spMkLst>
            <pc:docMk/>
            <pc:sldMk cId="332893432" sldId="389"/>
            <ac:spMk id="2" creationId="{F2F5478C-B9EB-45D5-86FE-31965B3F1F45}"/>
          </ac:spMkLst>
        </pc:spChg>
        <pc:spChg chg="mod">
          <ac:chgData name="Weifeng Xu" userId="e7aed605-a3dd-4d5a-a692-a87037af107b" providerId="ADAL" clId="{F5E39DD8-02D2-467F-8A59-B65F864F6561}" dt="2025-02-12T16:42:24.945" v="338" actId="20577"/>
          <ac:spMkLst>
            <pc:docMk/>
            <pc:sldMk cId="332893432" sldId="389"/>
            <ac:spMk id="7" creationId="{B200A21C-FD21-4EE4-BAD3-4E1E0000DF71}"/>
          </ac:spMkLst>
        </pc:spChg>
      </pc:sldChg>
      <pc:sldChg chg="addSp modSp new mod modClrScheme chgLayout">
        <pc:chgData name="Weifeng Xu" userId="e7aed605-a3dd-4d5a-a692-a87037af107b" providerId="ADAL" clId="{F5E39DD8-02D2-467F-8A59-B65F864F6561}" dt="2025-02-12T16:41:09.319" v="291" actId="20577"/>
        <pc:sldMkLst>
          <pc:docMk/>
          <pc:sldMk cId="1955666227" sldId="390"/>
        </pc:sldMkLst>
        <pc:spChg chg="mod ord">
          <ac:chgData name="Weifeng Xu" userId="e7aed605-a3dd-4d5a-a692-a87037af107b" providerId="ADAL" clId="{F5E39DD8-02D2-467F-8A59-B65F864F6561}" dt="2025-02-12T16:37:25.936" v="43" actId="700"/>
          <ac:spMkLst>
            <pc:docMk/>
            <pc:sldMk cId="1955666227" sldId="390"/>
            <ac:spMk id="2" creationId="{813DB1E8-2B5C-372C-DEBA-59AC46922830}"/>
          </ac:spMkLst>
        </pc:spChg>
        <pc:spChg chg="add mod ord">
          <ac:chgData name="Weifeng Xu" userId="e7aed605-a3dd-4d5a-a692-a87037af107b" providerId="ADAL" clId="{F5E39DD8-02D2-467F-8A59-B65F864F6561}" dt="2025-02-12T16:41:09.319" v="291" actId="20577"/>
          <ac:spMkLst>
            <pc:docMk/>
            <pc:sldMk cId="1955666227" sldId="390"/>
            <ac:spMk id="3" creationId="{0A991CCD-CC74-690C-E01B-0D4C2A100A63}"/>
          </ac:spMkLst>
        </pc:spChg>
      </pc:sldChg>
    </pc:docChg>
  </pc:docChgLst>
  <pc:docChgLst>
    <pc:chgData name="Weifeng Xu" userId="e7aed605-a3dd-4d5a-a692-a87037af107b" providerId="ADAL" clId="{8442418D-DE68-4B3B-96F3-F4D7267D1273}"/>
    <pc:docChg chg="undo custSel addSld delSld modSld sldOrd">
      <pc:chgData name="Weifeng Xu" userId="e7aed605-a3dd-4d5a-a692-a87037af107b" providerId="ADAL" clId="{8442418D-DE68-4B3B-96F3-F4D7267D1273}" dt="2022-10-03T12:39:13.073" v="1197" actId="20577"/>
      <pc:docMkLst>
        <pc:docMk/>
      </pc:docMkLst>
      <pc:sldChg chg="addSp modSp mod">
        <pc:chgData name="Weifeng Xu" userId="e7aed605-a3dd-4d5a-a692-a87037af107b" providerId="ADAL" clId="{8442418D-DE68-4B3B-96F3-F4D7267D1273}" dt="2021-08-11T02:14:42.872" v="38" actId="1076"/>
        <pc:sldMkLst>
          <pc:docMk/>
          <pc:sldMk cId="1325061211" sldId="256"/>
        </pc:sldMkLst>
      </pc:sldChg>
      <pc:sldChg chg="modSp new mod">
        <pc:chgData name="Weifeng Xu" userId="e7aed605-a3dd-4d5a-a692-a87037af107b" providerId="ADAL" clId="{8442418D-DE68-4B3B-96F3-F4D7267D1273}" dt="2021-08-11T03:03:32.331" v="181" actId="6549"/>
        <pc:sldMkLst>
          <pc:docMk/>
          <pc:sldMk cId="164444731" sldId="257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2:18:35.183" v="105" actId="20577"/>
        <pc:sldMkLst>
          <pc:docMk/>
          <pc:sldMk cId="63441002" sldId="258"/>
        </pc:sldMkLst>
      </pc:sldChg>
      <pc:sldChg chg="addSp delSp modSp new mod modClrScheme chgLayout">
        <pc:chgData name="Weifeng Xu" userId="e7aed605-a3dd-4d5a-a692-a87037af107b" providerId="ADAL" clId="{8442418D-DE68-4B3B-96F3-F4D7267D1273}" dt="2022-03-07T19:44:45.222" v="839" actId="207"/>
        <pc:sldMkLst>
          <pc:docMk/>
          <pc:sldMk cId="4252162637" sldId="259"/>
        </pc:sldMkLst>
      </pc:sldChg>
      <pc:sldChg chg="modSp new mod">
        <pc:chgData name="Weifeng Xu" userId="e7aed605-a3dd-4d5a-a692-a87037af107b" providerId="ADAL" clId="{8442418D-DE68-4B3B-96F3-F4D7267D1273}" dt="2022-03-07T19:46:27.048" v="857" actId="20577"/>
        <pc:sldMkLst>
          <pc:docMk/>
          <pc:sldMk cId="3701048862" sldId="260"/>
        </pc:sldMkLst>
      </pc:sldChg>
      <pc:sldChg chg="addSp delSp modSp new mod">
        <pc:chgData name="Weifeng Xu" userId="e7aed605-a3dd-4d5a-a692-a87037af107b" providerId="ADAL" clId="{8442418D-DE68-4B3B-96F3-F4D7267D1273}" dt="2021-08-11T03:02:36.703" v="180" actId="15"/>
        <pc:sldMkLst>
          <pc:docMk/>
          <pc:sldMk cId="271654677" sldId="261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1517044992" sldId="356"/>
        </pc:sldMkLst>
      </pc:sldChg>
      <pc:sldChg chg="add del">
        <pc:chgData name="Weifeng Xu" userId="e7aed605-a3dd-4d5a-a692-a87037af107b" providerId="ADAL" clId="{8442418D-DE68-4B3B-96F3-F4D7267D1273}" dt="2021-08-11T02:19:09.624" v="107"/>
        <pc:sldMkLst>
          <pc:docMk/>
          <pc:sldMk cId="689735213" sldId="357"/>
        </pc:sldMkLst>
      </pc:sldChg>
      <pc:sldChg chg="add del">
        <pc:chgData name="Weifeng Xu" userId="e7aed605-a3dd-4d5a-a692-a87037af107b" providerId="ADAL" clId="{8442418D-DE68-4B3B-96F3-F4D7267D1273}" dt="2021-08-11T03:04:06.792" v="183"/>
        <pc:sldMkLst>
          <pc:docMk/>
          <pc:sldMk cId="2670027981" sldId="358"/>
        </pc:sldMkLst>
      </pc:sldChg>
      <pc:sldChg chg="add del">
        <pc:chgData name="Weifeng Xu" userId="e7aed605-a3dd-4d5a-a692-a87037af107b" providerId="ADAL" clId="{8442418D-DE68-4B3B-96F3-F4D7267D1273}" dt="2021-08-11T02:54:48.187" v="139"/>
        <pc:sldMkLst>
          <pc:docMk/>
          <pc:sldMk cId="2600040874" sldId="360"/>
        </pc:sldMkLst>
      </pc:sldChg>
      <pc:sldChg chg="modSp add del mod">
        <pc:chgData name="Weifeng Xu" userId="e7aed605-a3dd-4d5a-a692-a87037af107b" providerId="ADAL" clId="{8442418D-DE68-4B3B-96F3-F4D7267D1273}" dt="2021-08-11T03:00:47.244" v="171" actId="14100"/>
        <pc:sldMkLst>
          <pc:docMk/>
          <pc:sldMk cId="2599521565" sldId="361"/>
        </pc:sldMkLst>
      </pc:sldChg>
      <pc:sldChg chg="add del">
        <pc:chgData name="Weifeng Xu" userId="e7aed605-a3dd-4d5a-a692-a87037af107b" providerId="ADAL" clId="{8442418D-DE68-4B3B-96F3-F4D7267D1273}" dt="2021-08-11T03:02:02.794" v="173"/>
        <pc:sldMkLst>
          <pc:docMk/>
          <pc:sldMk cId="513844015" sldId="362"/>
        </pc:sldMkLst>
      </pc:sldChg>
      <pc:sldChg chg="modSp new mod">
        <pc:chgData name="Weifeng Xu" userId="e7aed605-a3dd-4d5a-a692-a87037af107b" providerId="ADAL" clId="{8442418D-DE68-4B3B-96F3-F4D7267D1273}" dt="2021-08-11T03:04:30.015" v="186"/>
        <pc:sldMkLst>
          <pc:docMk/>
          <pc:sldMk cId="3422511789" sldId="362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3:05:04.277" v="190" actId="20577"/>
        <pc:sldMkLst>
          <pc:docMk/>
          <pc:sldMk cId="313566493" sldId="363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1894436776" sldId="363"/>
        </pc:sldMkLst>
      </pc:sldChg>
      <pc:sldChg chg="addSp delSp modSp new mod modClrScheme chgLayout">
        <pc:chgData name="Weifeng Xu" userId="e7aed605-a3dd-4d5a-a692-a87037af107b" providerId="ADAL" clId="{8442418D-DE68-4B3B-96F3-F4D7267D1273}" dt="2022-03-07T19:50:36.356" v="861"/>
        <pc:sldMkLst>
          <pc:docMk/>
          <pc:sldMk cId="2942198537" sldId="364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3820283110" sldId="364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3367015061" sldId="365"/>
        </pc:sldMkLst>
      </pc:sldChg>
      <pc:sldChg chg="addSp modSp new mod setBg">
        <pc:chgData name="Weifeng Xu" userId="e7aed605-a3dd-4d5a-a692-a87037af107b" providerId="ADAL" clId="{8442418D-DE68-4B3B-96F3-F4D7267D1273}" dt="2022-03-05T15:53:56.152" v="646" actId="20577"/>
        <pc:sldMkLst>
          <pc:docMk/>
          <pc:sldMk cId="4229272223" sldId="365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764599822" sldId="366"/>
        </pc:sldMkLst>
      </pc:sldChg>
      <pc:sldChg chg="addSp delSp modSp new mod">
        <pc:chgData name="Weifeng Xu" userId="e7aed605-a3dd-4d5a-a692-a87037af107b" providerId="ADAL" clId="{8442418D-DE68-4B3B-96F3-F4D7267D1273}" dt="2022-08-30T14:30:29.227" v="1035" actId="1076"/>
        <pc:sldMkLst>
          <pc:docMk/>
          <pc:sldMk cId="2996568162" sldId="366"/>
        </pc:sldMkLst>
      </pc:sldChg>
      <pc:sldChg chg="modSp add del mod">
        <pc:chgData name="Weifeng Xu" userId="e7aed605-a3dd-4d5a-a692-a87037af107b" providerId="ADAL" clId="{8442418D-DE68-4B3B-96F3-F4D7267D1273}" dt="2021-08-11T02:18:07.067" v="101"/>
        <pc:sldMkLst>
          <pc:docMk/>
          <pc:sldMk cId="2359455590" sldId="367"/>
        </pc:sldMkLst>
      </pc:sldChg>
      <pc:sldChg chg="addSp modSp new mod">
        <pc:chgData name="Weifeng Xu" userId="e7aed605-a3dd-4d5a-a692-a87037af107b" providerId="ADAL" clId="{8442418D-DE68-4B3B-96F3-F4D7267D1273}" dt="2022-03-05T16:33:36.181" v="783" actId="6549"/>
        <pc:sldMkLst>
          <pc:docMk/>
          <pc:sldMk cId="2906318904" sldId="367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3820283110" sldId="367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102192690" sldId="368"/>
        </pc:sldMkLst>
      </pc:sldChg>
      <pc:sldChg chg="modSp new mod">
        <pc:chgData name="Weifeng Xu" userId="e7aed605-a3dd-4d5a-a692-a87037af107b" providerId="ADAL" clId="{8442418D-DE68-4B3B-96F3-F4D7267D1273}" dt="2021-08-11T03:14:40.094" v="321" actId="108"/>
        <pc:sldMkLst>
          <pc:docMk/>
          <pc:sldMk cId="1025684680" sldId="368"/>
        </pc:sldMkLst>
      </pc:sldChg>
      <pc:sldChg chg="modSp add del mod">
        <pc:chgData name="Weifeng Xu" userId="e7aed605-a3dd-4d5a-a692-a87037af107b" providerId="ADAL" clId="{8442418D-DE68-4B3B-96F3-F4D7267D1273}" dt="2021-08-11T03:05:59.477" v="197"/>
        <pc:sldMkLst>
          <pc:docMk/>
          <pc:sldMk cId="2359455590" sldId="368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102192690" sldId="369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614546123" sldId="369"/>
        </pc:sldMkLst>
      </pc:sldChg>
      <pc:sldChg chg="modSp new mod">
        <pc:chgData name="Weifeng Xu" userId="e7aed605-a3dd-4d5a-a692-a87037af107b" providerId="ADAL" clId="{8442418D-DE68-4B3B-96F3-F4D7267D1273}" dt="2021-08-11T03:15:20.416" v="326" actId="20577"/>
        <pc:sldMkLst>
          <pc:docMk/>
          <pc:sldMk cId="3125734328" sldId="369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614546123" sldId="370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3:32:45.013" v="386" actId="1076"/>
        <pc:sldMkLst>
          <pc:docMk/>
          <pc:sldMk cId="1903563190" sldId="370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3900239763" sldId="370"/>
        </pc:sldMkLst>
      </pc:sldChg>
      <pc:sldChg chg="modSp add del mod">
        <pc:chgData name="Weifeng Xu" userId="e7aed605-a3dd-4d5a-a692-a87037af107b" providerId="ADAL" clId="{8442418D-DE68-4B3B-96F3-F4D7267D1273}" dt="2022-03-07T19:56:06.098" v="882" actId="114"/>
        <pc:sldMkLst>
          <pc:docMk/>
          <pc:sldMk cId="591311306" sldId="372"/>
        </pc:sldMkLst>
      </pc:sldChg>
      <pc:sldChg chg="modSp add del mod">
        <pc:chgData name="Weifeng Xu" userId="e7aed605-a3dd-4d5a-a692-a87037af107b" providerId="ADAL" clId="{8442418D-DE68-4B3B-96F3-F4D7267D1273}" dt="2021-08-11T03:35:01.284" v="389" actId="14100"/>
        <pc:sldMkLst>
          <pc:docMk/>
          <pc:sldMk cId="506927129" sldId="373"/>
        </pc:sldMkLst>
      </pc:sldChg>
      <pc:sldChg chg="del">
        <pc:chgData name="Weifeng Xu" userId="e7aed605-a3dd-4d5a-a692-a87037af107b" providerId="ADAL" clId="{8442418D-DE68-4B3B-96F3-F4D7267D1273}" dt="2021-08-11T02:13:22.493" v="0" actId="47"/>
        <pc:sldMkLst>
          <pc:docMk/>
          <pc:sldMk cId="2616338024" sldId="373"/>
        </pc:sldMkLst>
      </pc:sldChg>
      <pc:sldChg chg="modSp add del mod">
        <pc:chgData name="Weifeng Xu" userId="e7aed605-a3dd-4d5a-a692-a87037af107b" providerId="ADAL" clId="{8442418D-DE68-4B3B-96F3-F4D7267D1273}" dt="2021-08-11T03:35:08.021" v="391" actId="14100"/>
        <pc:sldMkLst>
          <pc:docMk/>
          <pc:sldMk cId="1039227898" sldId="374"/>
        </pc:sldMkLst>
      </pc:sldChg>
      <pc:sldChg chg="modSp add del mod">
        <pc:chgData name="Weifeng Xu" userId="e7aed605-a3dd-4d5a-a692-a87037af107b" providerId="ADAL" clId="{8442418D-DE68-4B3B-96F3-F4D7267D1273}" dt="2021-08-11T03:35:17.149" v="392" actId="1076"/>
        <pc:sldMkLst>
          <pc:docMk/>
          <pc:sldMk cId="3727476988" sldId="375"/>
        </pc:sldMkLst>
      </pc:sldChg>
      <pc:sldChg chg="modSp add del mod">
        <pc:chgData name="Weifeng Xu" userId="e7aed605-a3dd-4d5a-a692-a87037af107b" providerId="ADAL" clId="{8442418D-DE68-4B3B-96F3-F4D7267D1273}" dt="2021-08-11T03:35:25.049" v="394" actId="14100"/>
        <pc:sldMkLst>
          <pc:docMk/>
          <pc:sldMk cId="1807727992" sldId="376"/>
        </pc:sldMkLst>
      </pc:sldChg>
      <pc:sldChg chg="modSp add del mod">
        <pc:chgData name="Weifeng Xu" userId="e7aed605-a3dd-4d5a-a692-a87037af107b" providerId="ADAL" clId="{8442418D-DE68-4B3B-96F3-F4D7267D1273}" dt="2021-08-11T03:35:27.366" v="395" actId="1076"/>
        <pc:sldMkLst>
          <pc:docMk/>
          <pc:sldMk cId="3318750264" sldId="377"/>
        </pc:sldMkLst>
      </pc:sldChg>
      <pc:sldChg chg="modSp add del mod">
        <pc:chgData name="Weifeng Xu" userId="e7aed605-a3dd-4d5a-a692-a87037af107b" providerId="ADAL" clId="{8442418D-DE68-4B3B-96F3-F4D7267D1273}" dt="2021-08-11T03:35:29.569" v="396" actId="1076"/>
        <pc:sldMkLst>
          <pc:docMk/>
          <pc:sldMk cId="3521347601" sldId="378"/>
        </pc:sldMkLst>
      </pc:sldChg>
      <pc:sldChg chg="modSp add del mod">
        <pc:chgData name="Weifeng Xu" userId="e7aed605-a3dd-4d5a-a692-a87037af107b" providerId="ADAL" clId="{8442418D-DE68-4B3B-96F3-F4D7267D1273}" dt="2022-03-05T16:36:06.812" v="835" actId="1037"/>
        <pc:sldMkLst>
          <pc:docMk/>
          <pc:sldMk cId="335882978" sldId="379"/>
        </pc:sldMkLst>
      </pc:sldChg>
      <pc:sldChg chg="modSp add del mod">
        <pc:chgData name="Weifeng Xu" userId="e7aed605-a3dd-4d5a-a692-a87037af107b" providerId="ADAL" clId="{8442418D-DE68-4B3B-96F3-F4D7267D1273}" dt="2021-08-11T03:36:07.485" v="418" actId="20577"/>
        <pc:sldMkLst>
          <pc:docMk/>
          <pc:sldMk cId="2640096133" sldId="380"/>
        </pc:sldMkLst>
      </pc:sldChg>
      <pc:sldChg chg="modSp add del mod">
        <pc:chgData name="Weifeng Xu" userId="e7aed605-a3dd-4d5a-a692-a87037af107b" providerId="ADAL" clId="{8442418D-DE68-4B3B-96F3-F4D7267D1273}" dt="2021-08-11T03:36:01.997" v="404" actId="1076"/>
        <pc:sldMkLst>
          <pc:docMk/>
          <pc:sldMk cId="3733668127" sldId="381"/>
        </pc:sldMkLst>
      </pc:sldChg>
      <pc:sldChg chg="modSp add del mod">
        <pc:chgData name="Weifeng Xu" userId="e7aed605-a3dd-4d5a-a692-a87037af107b" providerId="ADAL" clId="{8442418D-DE68-4B3B-96F3-F4D7267D1273}" dt="2021-08-11T03:36:49.206" v="425" actId="1076"/>
        <pc:sldMkLst>
          <pc:docMk/>
          <pc:sldMk cId="648127311" sldId="382"/>
        </pc:sldMkLst>
      </pc:sldChg>
      <pc:sldChg chg="modSp add del mod">
        <pc:chgData name="Weifeng Xu" userId="e7aed605-a3dd-4d5a-a692-a87037af107b" providerId="ADAL" clId="{8442418D-DE68-4B3B-96F3-F4D7267D1273}" dt="2021-08-11T03:36:56.234" v="427" actId="14100"/>
        <pc:sldMkLst>
          <pc:docMk/>
          <pc:sldMk cId="2605355845" sldId="383"/>
        </pc:sldMkLst>
      </pc:sldChg>
      <pc:sldChg chg="modSp add del mod">
        <pc:chgData name="Weifeng Xu" userId="e7aed605-a3dd-4d5a-a692-a87037af107b" providerId="ADAL" clId="{8442418D-DE68-4B3B-96F3-F4D7267D1273}" dt="2021-08-11T03:36:59.952" v="428" actId="1076"/>
        <pc:sldMkLst>
          <pc:docMk/>
          <pc:sldMk cId="2355122003" sldId="384"/>
        </pc:sldMkLst>
      </pc:sldChg>
      <pc:sldChg chg="modSp add del mod">
        <pc:chgData name="Weifeng Xu" userId="e7aed605-a3dd-4d5a-a692-a87037af107b" providerId="ADAL" clId="{8442418D-DE68-4B3B-96F3-F4D7267D1273}" dt="2021-08-11T03:37:04.816" v="429" actId="1076"/>
        <pc:sldMkLst>
          <pc:docMk/>
          <pc:sldMk cId="4126387251" sldId="385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3:31:30.963" v="381" actId="14100"/>
        <pc:sldMkLst>
          <pc:docMk/>
          <pc:sldMk cId="3368594426" sldId="386"/>
        </pc:sldMkLst>
      </pc:sldChg>
      <pc:sldChg chg="addSp modSp new mod ord">
        <pc:chgData name="Weifeng Xu" userId="e7aed605-a3dd-4d5a-a692-a87037af107b" providerId="ADAL" clId="{8442418D-DE68-4B3B-96F3-F4D7267D1273}" dt="2022-03-07T21:45:58.267" v="938" actId="313"/>
        <pc:sldMkLst>
          <pc:docMk/>
          <pc:sldMk cId="890370378" sldId="387"/>
        </pc:sldMkLst>
      </pc:sldChg>
      <pc:sldChg chg="addSp modSp new mod modClrScheme chgLayout">
        <pc:chgData name="Weifeng Xu" userId="e7aed605-a3dd-4d5a-a692-a87037af107b" providerId="ADAL" clId="{8442418D-DE68-4B3B-96F3-F4D7267D1273}" dt="2022-10-03T12:39:13.073" v="1197" actId="20577"/>
        <pc:sldMkLst>
          <pc:docMk/>
          <pc:sldMk cId="2776652354" sldId="388"/>
        </pc:sldMkLst>
      </pc:sldChg>
      <pc:sldChg chg="del">
        <pc:chgData name="Weifeng Xu" userId="e7aed605-a3dd-4d5a-a692-a87037af107b" providerId="ADAL" clId="{8442418D-DE68-4B3B-96F3-F4D7267D1273}" dt="2021-08-11T02:13:30.053" v="27" actId="47"/>
        <pc:sldMkLst>
          <pc:docMk/>
          <pc:sldMk cId="3782016356" sldId="428"/>
        </pc:sldMkLst>
      </pc:sldChg>
      <pc:sldChg chg="del">
        <pc:chgData name="Weifeng Xu" userId="e7aed605-a3dd-4d5a-a692-a87037af107b" providerId="ADAL" clId="{8442418D-DE68-4B3B-96F3-F4D7267D1273}" dt="2021-08-11T02:13:22.820" v="1" actId="47"/>
        <pc:sldMkLst>
          <pc:docMk/>
          <pc:sldMk cId="969276203" sldId="444"/>
        </pc:sldMkLst>
      </pc:sldChg>
      <pc:sldChg chg="del">
        <pc:chgData name="Weifeng Xu" userId="e7aed605-a3dd-4d5a-a692-a87037af107b" providerId="ADAL" clId="{8442418D-DE68-4B3B-96F3-F4D7267D1273}" dt="2021-08-11T02:13:23.769" v="6" actId="47"/>
        <pc:sldMkLst>
          <pc:docMk/>
          <pc:sldMk cId="2518429501" sldId="445"/>
        </pc:sldMkLst>
      </pc:sldChg>
      <pc:sldChg chg="del">
        <pc:chgData name="Weifeng Xu" userId="e7aed605-a3dd-4d5a-a692-a87037af107b" providerId="ADAL" clId="{8442418D-DE68-4B3B-96F3-F4D7267D1273}" dt="2021-08-11T02:13:23.033" v="2" actId="47"/>
        <pc:sldMkLst>
          <pc:docMk/>
          <pc:sldMk cId="2089025007" sldId="446"/>
        </pc:sldMkLst>
      </pc:sldChg>
      <pc:sldChg chg="del">
        <pc:chgData name="Weifeng Xu" userId="e7aed605-a3dd-4d5a-a692-a87037af107b" providerId="ADAL" clId="{8442418D-DE68-4B3B-96F3-F4D7267D1273}" dt="2021-08-11T02:13:25.474" v="12" actId="47"/>
        <pc:sldMkLst>
          <pc:docMk/>
          <pc:sldMk cId="2427580819" sldId="453"/>
        </pc:sldMkLst>
      </pc:sldChg>
      <pc:sldChg chg="del">
        <pc:chgData name="Weifeng Xu" userId="e7aed605-a3dd-4d5a-a692-a87037af107b" providerId="ADAL" clId="{8442418D-DE68-4B3B-96F3-F4D7267D1273}" dt="2021-08-11T02:13:25.717" v="13" actId="47"/>
        <pc:sldMkLst>
          <pc:docMk/>
          <pc:sldMk cId="156228340" sldId="454"/>
        </pc:sldMkLst>
      </pc:sldChg>
      <pc:sldChg chg="del">
        <pc:chgData name="Weifeng Xu" userId="e7aed605-a3dd-4d5a-a692-a87037af107b" providerId="ADAL" clId="{8442418D-DE68-4B3B-96F3-F4D7267D1273}" dt="2021-08-11T02:13:28.883" v="24" actId="47"/>
        <pc:sldMkLst>
          <pc:docMk/>
          <pc:sldMk cId="965843776" sldId="467"/>
        </pc:sldMkLst>
      </pc:sldChg>
      <pc:sldChg chg="del">
        <pc:chgData name="Weifeng Xu" userId="e7aed605-a3dd-4d5a-a692-a87037af107b" providerId="ADAL" clId="{8442418D-DE68-4B3B-96F3-F4D7267D1273}" dt="2021-08-11T02:13:23.204" v="3" actId="47"/>
        <pc:sldMkLst>
          <pc:docMk/>
          <pc:sldMk cId="1435293485" sldId="490"/>
        </pc:sldMkLst>
      </pc:sldChg>
      <pc:sldChg chg="del">
        <pc:chgData name="Weifeng Xu" userId="e7aed605-a3dd-4d5a-a692-a87037af107b" providerId="ADAL" clId="{8442418D-DE68-4B3B-96F3-F4D7267D1273}" dt="2021-08-11T02:13:23.421" v="4" actId="47"/>
        <pc:sldMkLst>
          <pc:docMk/>
          <pc:sldMk cId="3015196105" sldId="491"/>
        </pc:sldMkLst>
      </pc:sldChg>
      <pc:sldChg chg="del">
        <pc:chgData name="Weifeng Xu" userId="e7aed605-a3dd-4d5a-a692-a87037af107b" providerId="ADAL" clId="{8442418D-DE68-4B3B-96F3-F4D7267D1273}" dt="2021-08-11T02:13:23.599" v="5" actId="47"/>
        <pc:sldMkLst>
          <pc:docMk/>
          <pc:sldMk cId="1674251011" sldId="492"/>
        </pc:sldMkLst>
      </pc:sldChg>
      <pc:sldChg chg="del">
        <pc:chgData name="Weifeng Xu" userId="e7aed605-a3dd-4d5a-a692-a87037af107b" providerId="ADAL" clId="{8442418D-DE68-4B3B-96F3-F4D7267D1273}" dt="2021-08-11T02:13:24.074" v="7" actId="47"/>
        <pc:sldMkLst>
          <pc:docMk/>
          <pc:sldMk cId="2416641626" sldId="493"/>
        </pc:sldMkLst>
      </pc:sldChg>
      <pc:sldChg chg="del">
        <pc:chgData name="Weifeng Xu" userId="e7aed605-a3dd-4d5a-a692-a87037af107b" providerId="ADAL" clId="{8442418D-DE68-4B3B-96F3-F4D7267D1273}" dt="2021-08-11T02:13:24.525" v="8" actId="47"/>
        <pc:sldMkLst>
          <pc:docMk/>
          <pc:sldMk cId="311612657" sldId="494"/>
        </pc:sldMkLst>
      </pc:sldChg>
      <pc:sldChg chg="del">
        <pc:chgData name="Weifeng Xu" userId="e7aed605-a3dd-4d5a-a692-a87037af107b" providerId="ADAL" clId="{8442418D-DE68-4B3B-96F3-F4D7267D1273}" dt="2021-08-11T02:13:24.771" v="9" actId="47"/>
        <pc:sldMkLst>
          <pc:docMk/>
          <pc:sldMk cId="3933795559" sldId="495"/>
        </pc:sldMkLst>
      </pc:sldChg>
      <pc:sldChg chg="del">
        <pc:chgData name="Weifeng Xu" userId="e7aed605-a3dd-4d5a-a692-a87037af107b" providerId="ADAL" clId="{8442418D-DE68-4B3B-96F3-F4D7267D1273}" dt="2021-08-11T02:13:25.043" v="10" actId="47"/>
        <pc:sldMkLst>
          <pc:docMk/>
          <pc:sldMk cId="684404787" sldId="496"/>
        </pc:sldMkLst>
      </pc:sldChg>
      <pc:sldChg chg="del">
        <pc:chgData name="Weifeng Xu" userId="e7aed605-a3dd-4d5a-a692-a87037af107b" providerId="ADAL" clId="{8442418D-DE68-4B3B-96F3-F4D7267D1273}" dt="2021-08-11T02:13:25.241" v="11" actId="47"/>
        <pc:sldMkLst>
          <pc:docMk/>
          <pc:sldMk cId="3211001472" sldId="497"/>
        </pc:sldMkLst>
      </pc:sldChg>
      <pc:sldChg chg="del">
        <pc:chgData name="Weifeng Xu" userId="e7aed605-a3dd-4d5a-a692-a87037af107b" providerId="ADAL" clId="{8442418D-DE68-4B3B-96F3-F4D7267D1273}" dt="2021-08-11T02:13:25.911" v="14" actId="47"/>
        <pc:sldMkLst>
          <pc:docMk/>
          <pc:sldMk cId="1035595462" sldId="498"/>
        </pc:sldMkLst>
      </pc:sldChg>
      <pc:sldChg chg="del">
        <pc:chgData name="Weifeng Xu" userId="e7aed605-a3dd-4d5a-a692-a87037af107b" providerId="ADAL" clId="{8442418D-DE68-4B3B-96F3-F4D7267D1273}" dt="2021-08-11T02:13:26.142" v="15" actId="47"/>
        <pc:sldMkLst>
          <pc:docMk/>
          <pc:sldMk cId="1984385075" sldId="499"/>
        </pc:sldMkLst>
      </pc:sldChg>
      <pc:sldChg chg="del">
        <pc:chgData name="Weifeng Xu" userId="e7aed605-a3dd-4d5a-a692-a87037af107b" providerId="ADAL" clId="{8442418D-DE68-4B3B-96F3-F4D7267D1273}" dt="2021-08-11T02:13:26.384" v="16" actId="47"/>
        <pc:sldMkLst>
          <pc:docMk/>
          <pc:sldMk cId="3318379012" sldId="500"/>
        </pc:sldMkLst>
      </pc:sldChg>
      <pc:sldChg chg="del">
        <pc:chgData name="Weifeng Xu" userId="e7aed605-a3dd-4d5a-a692-a87037af107b" providerId="ADAL" clId="{8442418D-DE68-4B3B-96F3-F4D7267D1273}" dt="2021-08-11T02:13:26.603" v="17" actId="47"/>
        <pc:sldMkLst>
          <pc:docMk/>
          <pc:sldMk cId="2125122821" sldId="501"/>
        </pc:sldMkLst>
      </pc:sldChg>
      <pc:sldChg chg="del">
        <pc:chgData name="Weifeng Xu" userId="e7aed605-a3dd-4d5a-a692-a87037af107b" providerId="ADAL" clId="{8442418D-DE68-4B3B-96F3-F4D7267D1273}" dt="2021-08-11T02:13:26.804" v="18" actId="47"/>
        <pc:sldMkLst>
          <pc:docMk/>
          <pc:sldMk cId="198983510" sldId="502"/>
        </pc:sldMkLst>
      </pc:sldChg>
      <pc:sldChg chg="del">
        <pc:chgData name="Weifeng Xu" userId="e7aed605-a3dd-4d5a-a692-a87037af107b" providerId="ADAL" clId="{8442418D-DE68-4B3B-96F3-F4D7267D1273}" dt="2021-08-11T02:13:27.002" v="19" actId="47"/>
        <pc:sldMkLst>
          <pc:docMk/>
          <pc:sldMk cId="686110812" sldId="503"/>
        </pc:sldMkLst>
      </pc:sldChg>
      <pc:sldChg chg="del">
        <pc:chgData name="Weifeng Xu" userId="e7aed605-a3dd-4d5a-a692-a87037af107b" providerId="ADAL" clId="{8442418D-DE68-4B3B-96F3-F4D7267D1273}" dt="2021-08-11T02:13:27.211" v="20" actId="47"/>
        <pc:sldMkLst>
          <pc:docMk/>
          <pc:sldMk cId="3430879985" sldId="504"/>
        </pc:sldMkLst>
      </pc:sldChg>
      <pc:sldChg chg="del">
        <pc:chgData name="Weifeng Xu" userId="e7aed605-a3dd-4d5a-a692-a87037af107b" providerId="ADAL" clId="{8442418D-DE68-4B3B-96F3-F4D7267D1273}" dt="2021-08-11T02:13:27.430" v="21" actId="47"/>
        <pc:sldMkLst>
          <pc:docMk/>
          <pc:sldMk cId="1270554279" sldId="505"/>
        </pc:sldMkLst>
      </pc:sldChg>
      <pc:sldChg chg="del">
        <pc:chgData name="Weifeng Xu" userId="e7aed605-a3dd-4d5a-a692-a87037af107b" providerId="ADAL" clId="{8442418D-DE68-4B3B-96F3-F4D7267D1273}" dt="2021-08-11T02:13:27.833" v="22" actId="47"/>
        <pc:sldMkLst>
          <pc:docMk/>
          <pc:sldMk cId="951356934" sldId="506"/>
        </pc:sldMkLst>
      </pc:sldChg>
      <pc:sldChg chg="del">
        <pc:chgData name="Weifeng Xu" userId="e7aed605-a3dd-4d5a-a692-a87037af107b" providerId="ADAL" clId="{8442418D-DE68-4B3B-96F3-F4D7267D1273}" dt="2021-08-11T02:13:28.525" v="23" actId="47"/>
        <pc:sldMkLst>
          <pc:docMk/>
          <pc:sldMk cId="1385115538" sldId="507"/>
        </pc:sldMkLst>
      </pc:sldChg>
      <pc:sldChg chg="del">
        <pc:chgData name="Weifeng Xu" userId="e7aed605-a3dd-4d5a-a692-a87037af107b" providerId="ADAL" clId="{8442418D-DE68-4B3B-96F3-F4D7267D1273}" dt="2021-08-11T02:13:29.201" v="25" actId="47"/>
        <pc:sldMkLst>
          <pc:docMk/>
          <pc:sldMk cId="494372939" sldId="508"/>
        </pc:sldMkLst>
      </pc:sldChg>
      <pc:sldChg chg="del">
        <pc:chgData name="Weifeng Xu" userId="e7aed605-a3dd-4d5a-a692-a87037af107b" providerId="ADAL" clId="{8442418D-DE68-4B3B-96F3-F4D7267D1273}" dt="2021-08-11T02:13:29.532" v="26" actId="47"/>
        <pc:sldMkLst>
          <pc:docMk/>
          <pc:sldMk cId="2058254067" sldId="509"/>
        </pc:sldMkLst>
      </pc:sldChg>
      <pc:sldMasterChg chg="delSldLayout">
        <pc:chgData name="Weifeng Xu" userId="e7aed605-a3dd-4d5a-a692-a87037af107b" providerId="ADAL" clId="{8442418D-DE68-4B3B-96F3-F4D7267D1273}" dt="2021-08-11T02:13:30.053" v="27" actId="47"/>
        <pc:sldMasterMkLst>
          <pc:docMk/>
          <pc:sldMasterMk cId="813574162" sldId="2147483648"/>
        </pc:sldMasterMkLst>
        <pc:sldLayoutChg chg="del">
          <pc:chgData name="Weifeng Xu" userId="e7aed605-a3dd-4d5a-a692-a87037af107b" providerId="ADAL" clId="{8442418D-DE68-4B3B-96F3-F4D7267D1273}" dt="2021-08-11T02:13:26.603" v="17" actId="47"/>
          <pc:sldLayoutMkLst>
            <pc:docMk/>
            <pc:sldMasterMk cId="813574162" sldId="2147483648"/>
            <pc:sldLayoutMk cId="2252348551" sldId="2147483660"/>
          </pc:sldLayoutMkLst>
        </pc:sldLayoutChg>
        <pc:sldLayoutChg chg="del">
          <pc:chgData name="Weifeng Xu" userId="e7aed605-a3dd-4d5a-a692-a87037af107b" providerId="ADAL" clId="{8442418D-DE68-4B3B-96F3-F4D7267D1273}" dt="2021-08-11T02:13:30.053" v="27" actId="47"/>
          <pc:sldLayoutMkLst>
            <pc:docMk/>
            <pc:sldMasterMk cId="813574162" sldId="2147483648"/>
            <pc:sldLayoutMk cId="2623714046" sldId="2147483661"/>
          </pc:sldLayoutMkLst>
        </pc:sldLayoutChg>
      </pc:sldMasterChg>
    </pc:docChg>
  </pc:docChgLst>
  <pc:docChgLst>
    <pc:chgData name="Weifeng Xu" userId="e7aed605-a3dd-4d5a-a692-a87037af107b" providerId="ADAL" clId="{5B9B619E-E5DC-4376-BCE8-41ABC28F6C2F}"/>
    <pc:docChg chg="addSld delSld modSld">
      <pc:chgData name="Weifeng Xu" userId="e7aed605-a3dd-4d5a-a692-a87037af107b" providerId="ADAL" clId="{5B9B619E-E5DC-4376-BCE8-41ABC28F6C2F}" dt="2021-07-01T14:18:37.659" v="55" actId="6549"/>
      <pc:docMkLst>
        <pc:docMk/>
      </pc:docMkLst>
      <pc:sldChg chg="modSp mod">
        <pc:chgData name="Weifeng Xu" userId="e7aed605-a3dd-4d5a-a692-a87037af107b" providerId="ADAL" clId="{5B9B619E-E5DC-4376-BCE8-41ABC28F6C2F}" dt="2021-06-28T19:38:19.716" v="0"/>
        <pc:sldMkLst>
          <pc:docMk/>
          <pc:sldMk cId="1325061211" sldId="25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616338024" sldId="373"/>
        </pc:sldMkLst>
      </pc:sldChg>
      <pc:sldChg chg="del">
        <pc:chgData name="Weifeng Xu" userId="e7aed605-a3dd-4d5a-a692-a87037af107b" providerId="ADAL" clId="{5B9B619E-E5DC-4376-BCE8-41ABC28F6C2F}" dt="2021-06-28T19:40:23.201" v="12" actId="47"/>
        <pc:sldMkLst>
          <pc:docMk/>
          <pc:sldMk cId="2789471632" sldId="392"/>
        </pc:sldMkLst>
      </pc:sldChg>
      <pc:sldChg chg="del">
        <pc:chgData name="Weifeng Xu" userId="e7aed605-a3dd-4d5a-a692-a87037af107b" providerId="ADAL" clId="{5B9B619E-E5DC-4376-BCE8-41ABC28F6C2F}" dt="2021-06-28T19:40:28.988" v="22" actId="47"/>
        <pc:sldMkLst>
          <pc:docMk/>
          <pc:sldMk cId="2467691949" sldId="394"/>
        </pc:sldMkLst>
      </pc:sldChg>
      <pc:sldChg chg="del">
        <pc:chgData name="Weifeng Xu" userId="e7aed605-a3dd-4d5a-a692-a87037af107b" providerId="ADAL" clId="{5B9B619E-E5DC-4376-BCE8-41ABC28F6C2F}" dt="2021-06-28T19:40:29.667" v="26" actId="47"/>
        <pc:sldMkLst>
          <pc:docMk/>
          <pc:sldMk cId="1635951812" sldId="396"/>
        </pc:sldMkLst>
      </pc:sldChg>
      <pc:sldChg chg="del">
        <pc:chgData name="Weifeng Xu" userId="e7aed605-a3dd-4d5a-a692-a87037af107b" providerId="ADAL" clId="{5B9B619E-E5DC-4376-BCE8-41ABC28F6C2F}" dt="2021-06-28T19:40:30.660" v="31" actId="47"/>
        <pc:sldMkLst>
          <pc:docMk/>
          <pc:sldMk cId="3665038014" sldId="404"/>
        </pc:sldMkLst>
      </pc:sldChg>
      <pc:sldChg chg="del">
        <pc:chgData name="Weifeng Xu" userId="e7aed605-a3dd-4d5a-a692-a87037af107b" providerId="ADAL" clId="{5B9B619E-E5DC-4376-BCE8-41ABC28F6C2F}" dt="2021-06-28T19:40:32.953" v="39" actId="47"/>
        <pc:sldMkLst>
          <pc:docMk/>
          <pc:sldMk cId="2489270501" sldId="411"/>
        </pc:sldMkLst>
      </pc:sldChg>
      <pc:sldChg chg="del">
        <pc:chgData name="Weifeng Xu" userId="e7aed605-a3dd-4d5a-a692-a87037af107b" providerId="ADAL" clId="{5B9B619E-E5DC-4376-BCE8-41ABC28F6C2F}" dt="2021-06-28T19:40:33.208" v="40" actId="47"/>
        <pc:sldMkLst>
          <pc:docMk/>
          <pc:sldMk cId="3118374455" sldId="414"/>
        </pc:sldMkLst>
      </pc:sldChg>
      <pc:sldChg chg="del">
        <pc:chgData name="Weifeng Xu" userId="e7aed605-a3dd-4d5a-a692-a87037af107b" providerId="ADAL" clId="{5B9B619E-E5DC-4376-BCE8-41ABC28F6C2F}" dt="2021-06-28T19:40:30.420" v="30" actId="47"/>
        <pc:sldMkLst>
          <pc:docMk/>
          <pc:sldMk cId="4266318337" sldId="416"/>
        </pc:sldMkLst>
      </pc:sldChg>
      <pc:sldChg chg="del">
        <pc:chgData name="Weifeng Xu" userId="e7aed605-a3dd-4d5a-a692-a87037af107b" providerId="ADAL" clId="{5B9B619E-E5DC-4376-BCE8-41ABC28F6C2F}" dt="2021-06-28T19:40:33.801" v="41" actId="47"/>
        <pc:sldMkLst>
          <pc:docMk/>
          <pc:sldMk cId="4247754591" sldId="41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782016356" sldId="428"/>
        </pc:sldMkLst>
      </pc:sldChg>
      <pc:sldChg chg="del">
        <pc:chgData name="Weifeng Xu" userId="e7aed605-a3dd-4d5a-a692-a87037af107b" providerId="ADAL" clId="{5B9B619E-E5DC-4376-BCE8-41ABC28F6C2F}" dt="2021-06-28T19:40:23.068" v="11" actId="47"/>
        <pc:sldMkLst>
          <pc:docMk/>
          <pc:sldMk cId="4091828154" sldId="430"/>
        </pc:sldMkLst>
      </pc:sldChg>
      <pc:sldChg chg="del">
        <pc:chgData name="Weifeng Xu" userId="e7aed605-a3dd-4d5a-a692-a87037af107b" providerId="ADAL" clId="{5B9B619E-E5DC-4376-BCE8-41ABC28F6C2F}" dt="2021-06-28T19:40:21.235" v="2" actId="47"/>
        <pc:sldMkLst>
          <pc:docMk/>
          <pc:sldMk cId="593614233" sldId="431"/>
        </pc:sldMkLst>
      </pc:sldChg>
      <pc:sldChg chg="del">
        <pc:chgData name="Weifeng Xu" userId="e7aed605-a3dd-4d5a-a692-a87037af107b" providerId="ADAL" clId="{5B9B619E-E5DC-4376-BCE8-41ABC28F6C2F}" dt="2021-06-28T19:40:32.187" v="36" actId="47"/>
        <pc:sldMkLst>
          <pc:docMk/>
          <pc:sldMk cId="2829655940" sldId="434"/>
        </pc:sldMkLst>
      </pc:sldChg>
      <pc:sldChg chg="del">
        <pc:chgData name="Weifeng Xu" userId="e7aed605-a3dd-4d5a-a692-a87037af107b" providerId="ADAL" clId="{5B9B619E-E5DC-4376-BCE8-41ABC28F6C2F}" dt="2021-06-28T19:40:37.137" v="49" actId="47"/>
        <pc:sldMkLst>
          <pc:docMk/>
          <pc:sldMk cId="4105321355" sldId="439"/>
        </pc:sldMkLst>
      </pc:sldChg>
      <pc:sldChg chg="del">
        <pc:chgData name="Weifeng Xu" userId="e7aed605-a3dd-4d5a-a692-a87037af107b" providerId="ADAL" clId="{5B9B619E-E5DC-4376-BCE8-41ABC28F6C2F}" dt="2021-06-28T19:40:40.112" v="50" actId="47"/>
        <pc:sldMkLst>
          <pc:docMk/>
          <pc:sldMk cId="1827660371" sldId="440"/>
        </pc:sldMkLst>
      </pc:sldChg>
      <pc:sldChg chg="del">
        <pc:chgData name="Weifeng Xu" userId="e7aed605-a3dd-4d5a-a692-a87037af107b" providerId="ADAL" clId="{5B9B619E-E5DC-4376-BCE8-41ABC28F6C2F}" dt="2021-06-28T19:40:41.177" v="51" actId="47"/>
        <pc:sldMkLst>
          <pc:docMk/>
          <pc:sldMk cId="117761190" sldId="441"/>
        </pc:sldMkLst>
      </pc:sldChg>
      <pc:sldChg chg="del">
        <pc:chgData name="Weifeng Xu" userId="e7aed605-a3dd-4d5a-a692-a87037af107b" providerId="ADAL" clId="{5B9B619E-E5DC-4376-BCE8-41ABC28F6C2F}" dt="2021-06-28T19:40:34.634" v="43" actId="47"/>
        <pc:sldMkLst>
          <pc:docMk/>
          <pc:sldMk cId="4060643725" sldId="442"/>
        </pc:sldMkLst>
      </pc:sldChg>
      <pc:sldChg chg="del">
        <pc:chgData name="Weifeng Xu" userId="e7aed605-a3dd-4d5a-a692-a87037af107b" providerId="ADAL" clId="{5B9B619E-E5DC-4376-BCE8-41ABC28F6C2F}" dt="2021-06-28T19:40:42.517" v="52" actId="47"/>
        <pc:sldMkLst>
          <pc:docMk/>
          <pc:sldMk cId="177244511" sldId="443"/>
        </pc:sldMkLst>
      </pc:sldChg>
      <pc:sldChg chg="modSp add mod">
        <pc:chgData name="Weifeng Xu" userId="e7aed605-a3dd-4d5a-a692-a87037af107b" providerId="ADAL" clId="{5B9B619E-E5DC-4376-BCE8-41ABC28F6C2F}" dt="2021-07-01T14:03:43.721" v="53" actId="14100"/>
        <pc:sldMkLst>
          <pc:docMk/>
          <pc:sldMk cId="969276203" sldId="44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518429501" sldId="44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089025007" sldId="446"/>
        </pc:sldMkLst>
      </pc:sldChg>
      <pc:sldChg chg="del">
        <pc:chgData name="Weifeng Xu" userId="e7aed605-a3dd-4d5a-a692-a87037af107b" providerId="ADAL" clId="{5B9B619E-E5DC-4376-BCE8-41ABC28F6C2F}" dt="2021-06-28T19:40:21.736" v="3" actId="47"/>
        <pc:sldMkLst>
          <pc:docMk/>
          <pc:sldMk cId="396884143" sldId="447"/>
        </pc:sldMkLst>
      </pc:sldChg>
      <pc:sldChg chg="del">
        <pc:chgData name="Weifeng Xu" userId="e7aed605-a3dd-4d5a-a692-a87037af107b" providerId="ADAL" clId="{5B9B619E-E5DC-4376-BCE8-41ABC28F6C2F}" dt="2021-06-28T19:40:21.938" v="4" actId="47"/>
        <pc:sldMkLst>
          <pc:docMk/>
          <pc:sldMk cId="2623075134" sldId="448"/>
        </pc:sldMkLst>
      </pc:sldChg>
      <pc:sldChg chg="del">
        <pc:chgData name="Weifeng Xu" userId="e7aed605-a3dd-4d5a-a692-a87037af107b" providerId="ADAL" clId="{5B9B619E-E5DC-4376-BCE8-41ABC28F6C2F}" dt="2021-06-28T19:40:22.262" v="5" actId="47"/>
        <pc:sldMkLst>
          <pc:docMk/>
          <pc:sldMk cId="3726437819" sldId="449"/>
        </pc:sldMkLst>
      </pc:sldChg>
      <pc:sldChg chg="del">
        <pc:chgData name="Weifeng Xu" userId="e7aed605-a3dd-4d5a-a692-a87037af107b" providerId="ADAL" clId="{5B9B619E-E5DC-4376-BCE8-41ABC28F6C2F}" dt="2021-06-28T19:40:22.449" v="7" actId="47"/>
        <pc:sldMkLst>
          <pc:docMk/>
          <pc:sldMk cId="2752542596" sldId="450"/>
        </pc:sldMkLst>
      </pc:sldChg>
      <pc:sldChg chg="del">
        <pc:chgData name="Weifeng Xu" userId="e7aed605-a3dd-4d5a-a692-a87037af107b" providerId="ADAL" clId="{5B9B619E-E5DC-4376-BCE8-41ABC28F6C2F}" dt="2021-06-28T19:40:23.913" v="13" actId="47"/>
        <pc:sldMkLst>
          <pc:docMk/>
          <pc:sldMk cId="1689162150" sldId="451"/>
        </pc:sldMkLst>
      </pc:sldChg>
      <pc:sldChg chg="del">
        <pc:chgData name="Weifeng Xu" userId="e7aed605-a3dd-4d5a-a692-a87037af107b" providerId="ADAL" clId="{5B9B619E-E5DC-4376-BCE8-41ABC28F6C2F}" dt="2021-06-28T19:40:24.202" v="15" actId="47"/>
        <pc:sldMkLst>
          <pc:docMk/>
          <pc:sldMk cId="3213363844" sldId="45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427580819" sldId="45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56228340" sldId="454"/>
        </pc:sldMkLst>
      </pc:sldChg>
      <pc:sldChg chg="del">
        <pc:chgData name="Weifeng Xu" userId="e7aed605-a3dd-4d5a-a692-a87037af107b" providerId="ADAL" clId="{5B9B619E-E5DC-4376-BCE8-41ABC28F6C2F}" dt="2021-06-28T19:40:22.776" v="9" actId="47"/>
        <pc:sldMkLst>
          <pc:docMk/>
          <pc:sldMk cId="855798641" sldId="455"/>
        </pc:sldMkLst>
      </pc:sldChg>
      <pc:sldChg chg="del">
        <pc:chgData name="Weifeng Xu" userId="e7aed605-a3dd-4d5a-a692-a87037af107b" providerId="ADAL" clId="{5B9B619E-E5DC-4376-BCE8-41ABC28F6C2F}" dt="2021-06-28T19:40:22.612" v="8" actId="47"/>
        <pc:sldMkLst>
          <pc:docMk/>
          <pc:sldMk cId="3068364558" sldId="456"/>
        </pc:sldMkLst>
      </pc:sldChg>
      <pc:sldChg chg="del">
        <pc:chgData name="Weifeng Xu" userId="e7aed605-a3dd-4d5a-a692-a87037af107b" providerId="ADAL" clId="{5B9B619E-E5DC-4376-BCE8-41ABC28F6C2F}" dt="2021-06-28T19:40:22.913" v="10" actId="47"/>
        <pc:sldMkLst>
          <pc:docMk/>
          <pc:sldMk cId="565360195" sldId="457"/>
        </pc:sldMkLst>
      </pc:sldChg>
      <pc:sldChg chg="del">
        <pc:chgData name="Weifeng Xu" userId="e7aed605-a3dd-4d5a-a692-a87037af107b" providerId="ADAL" clId="{5B9B619E-E5DC-4376-BCE8-41ABC28F6C2F}" dt="2021-06-28T19:40:24.050" v="14" actId="47"/>
        <pc:sldMkLst>
          <pc:docMk/>
          <pc:sldMk cId="2399777802" sldId="458"/>
        </pc:sldMkLst>
      </pc:sldChg>
      <pc:sldChg chg="del">
        <pc:chgData name="Weifeng Xu" userId="e7aed605-a3dd-4d5a-a692-a87037af107b" providerId="ADAL" clId="{5B9B619E-E5DC-4376-BCE8-41ABC28F6C2F}" dt="2021-06-28T19:40:28.818" v="21" actId="47"/>
        <pc:sldMkLst>
          <pc:docMk/>
          <pc:sldMk cId="783190951" sldId="459"/>
        </pc:sldMkLst>
      </pc:sldChg>
      <pc:sldChg chg="del">
        <pc:chgData name="Weifeng Xu" userId="e7aed605-a3dd-4d5a-a692-a87037af107b" providerId="ADAL" clId="{5B9B619E-E5DC-4376-BCE8-41ABC28F6C2F}" dt="2021-06-28T19:40:24.505" v="17" actId="47"/>
        <pc:sldMkLst>
          <pc:docMk/>
          <pc:sldMk cId="3533845808" sldId="460"/>
        </pc:sldMkLst>
      </pc:sldChg>
      <pc:sldChg chg="del">
        <pc:chgData name="Weifeng Xu" userId="e7aed605-a3dd-4d5a-a692-a87037af107b" providerId="ADAL" clId="{5B9B619E-E5DC-4376-BCE8-41ABC28F6C2F}" dt="2021-06-28T19:40:27.003" v="18" actId="47"/>
        <pc:sldMkLst>
          <pc:docMk/>
          <pc:sldMk cId="982174642" sldId="461"/>
        </pc:sldMkLst>
      </pc:sldChg>
      <pc:sldChg chg="del">
        <pc:chgData name="Weifeng Xu" userId="e7aed605-a3dd-4d5a-a692-a87037af107b" providerId="ADAL" clId="{5B9B619E-E5DC-4376-BCE8-41ABC28F6C2F}" dt="2021-06-28T19:40:22.278" v="6" actId="47"/>
        <pc:sldMkLst>
          <pc:docMk/>
          <pc:sldMk cId="926730047" sldId="462"/>
        </pc:sldMkLst>
      </pc:sldChg>
      <pc:sldChg chg="del">
        <pc:chgData name="Weifeng Xu" userId="e7aed605-a3dd-4d5a-a692-a87037af107b" providerId="ADAL" clId="{5B9B619E-E5DC-4376-BCE8-41ABC28F6C2F}" dt="2021-06-28T19:40:24.346" v="16" actId="47"/>
        <pc:sldMkLst>
          <pc:docMk/>
          <pc:sldMk cId="2128572627" sldId="463"/>
        </pc:sldMkLst>
      </pc:sldChg>
      <pc:sldChg chg="del">
        <pc:chgData name="Weifeng Xu" userId="e7aed605-a3dd-4d5a-a692-a87037af107b" providerId="ADAL" clId="{5B9B619E-E5DC-4376-BCE8-41ABC28F6C2F}" dt="2021-06-28T19:40:29.162" v="23" actId="47"/>
        <pc:sldMkLst>
          <pc:docMk/>
          <pc:sldMk cId="3901806330" sldId="464"/>
        </pc:sldMkLst>
      </pc:sldChg>
      <pc:sldChg chg="del">
        <pc:chgData name="Weifeng Xu" userId="e7aed605-a3dd-4d5a-a692-a87037af107b" providerId="ADAL" clId="{5B9B619E-E5DC-4376-BCE8-41ABC28F6C2F}" dt="2021-06-28T19:40:28.042" v="19" actId="47"/>
        <pc:sldMkLst>
          <pc:docMk/>
          <pc:sldMk cId="1673180284" sldId="465"/>
        </pc:sldMkLst>
      </pc:sldChg>
      <pc:sldChg chg="del">
        <pc:chgData name="Weifeng Xu" userId="e7aed605-a3dd-4d5a-a692-a87037af107b" providerId="ADAL" clId="{5B9B619E-E5DC-4376-BCE8-41ABC28F6C2F}" dt="2021-06-28T19:40:28.602" v="20" actId="47"/>
        <pc:sldMkLst>
          <pc:docMk/>
          <pc:sldMk cId="369337190" sldId="46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965843776" sldId="467"/>
        </pc:sldMkLst>
      </pc:sldChg>
      <pc:sldChg chg="del">
        <pc:chgData name="Weifeng Xu" userId="e7aed605-a3dd-4d5a-a692-a87037af107b" providerId="ADAL" clId="{5B9B619E-E5DC-4376-BCE8-41ABC28F6C2F}" dt="2021-06-28T19:40:29.322" v="24" actId="47"/>
        <pc:sldMkLst>
          <pc:docMk/>
          <pc:sldMk cId="1544977207" sldId="468"/>
        </pc:sldMkLst>
      </pc:sldChg>
      <pc:sldChg chg="del">
        <pc:chgData name="Weifeng Xu" userId="e7aed605-a3dd-4d5a-a692-a87037af107b" providerId="ADAL" clId="{5B9B619E-E5DC-4376-BCE8-41ABC28F6C2F}" dt="2021-06-28T19:40:29.501" v="25" actId="47"/>
        <pc:sldMkLst>
          <pc:docMk/>
          <pc:sldMk cId="3247576171" sldId="469"/>
        </pc:sldMkLst>
      </pc:sldChg>
      <pc:sldChg chg="del">
        <pc:chgData name="Weifeng Xu" userId="e7aed605-a3dd-4d5a-a692-a87037af107b" providerId="ADAL" clId="{5B9B619E-E5DC-4376-BCE8-41ABC28F6C2F}" dt="2021-06-28T19:40:29.865" v="27" actId="47"/>
        <pc:sldMkLst>
          <pc:docMk/>
          <pc:sldMk cId="3121458959" sldId="470"/>
        </pc:sldMkLst>
      </pc:sldChg>
      <pc:sldChg chg="del">
        <pc:chgData name="Weifeng Xu" userId="e7aed605-a3dd-4d5a-a692-a87037af107b" providerId="ADAL" clId="{5B9B619E-E5DC-4376-BCE8-41ABC28F6C2F}" dt="2021-06-28T19:40:30.254" v="28" actId="47"/>
        <pc:sldMkLst>
          <pc:docMk/>
          <pc:sldMk cId="2693326884" sldId="471"/>
        </pc:sldMkLst>
      </pc:sldChg>
      <pc:sldChg chg="del">
        <pc:chgData name="Weifeng Xu" userId="e7aed605-a3dd-4d5a-a692-a87037af107b" providerId="ADAL" clId="{5B9B619E-E5DC-4376-BCE8-41ABC28F6C2F}" dt="2021-06-28T19:40:30.263" v="29" actId="47"/>
        <pc:sldMkLst>
          <pc:docMk/>
          <pc:sldMk cId="127914859" sldId="472"/>
        </pc:sldMkLst>
      </pc:sldChg>
      <pc:sldChg chg="del">
        <pc:chgData name="Weifeng Xu" userId="e7aed605-a3dd-4d5a-a692-a87037af107b" providerId="ADAL" clId="{5B9B619E-E5DC-4376-BCE8-41ABC28F6C2F}" dt="2021-06-28T19:40:31.073" v="32" actId="47"/>
        <pc:sldMkLst>
          <pc:docMk/>
          <pc:sldMk cId="2516623109" sldId="475"/>
        </pc:sldMkLst>
      </pc:sldChg>
      <pc:sldChg chg="del">
        <pc:chgData name="Weifeng Xu" userId="e7aed605-a3dd-4d5a-a692-a87037af107b" providerId="ADAL" clId="{5B9B619E-E5DC-4376-BCE8-41ABC28F6C2F}" dt="2021-06-28T19:40:31.393" v="33" actId="47"/>
        <pc:sldMkLst>
          <pc:docMk/>
          <pc:sldMk cId="3141623341" sldId="476"/>
        </pc:sldMkLst>
      </pc:sldChg>
      <pc:sldChg chg="del">
        <pc:chgData name="Weifeng Xu" userId="e7aed605-a3dd-4d5a-a692-a87037af107b" providerId="ADAL" clId="{5B9B619E-E5DC-4376-BCE8-41ABC28F6C2F}" dt="2021-06-28T19:40:31.714" v="34" actId="47"/>
        <pc:sldMkLst>
          <pc:docMk/>
          <pc:sldMk cId="4107473677" sldId="477"/>
        </pc:sldMkLst>
      </pc:sldChg>
      <pc:sldChg chg="del">
        <pc:chgData name="Weifeng Xu" userId="e7aed605-a3dd-4d5a-a692-a87037af107b" providerId="ADAL" clId="{5B9B619E-E5DC-4376-BCE8-41ABC28F6C2F}" dt="2021-06-28T19:40:31.858" v="35" actId="47"/>
        <pc:sldMkLst>
          <pc:docMk/>
          <pc:sldMk cId="1773530336" sldId="478"/>
        </pc:sldMkLst>
      </pc:sldChg>
      <pc:sldChg chg="del">
        <pc:chgData name="Weifeng Xu" userId="e7aed605-a3dd-4d5a-a692-a87037af107b" providerId="ADAL" clId="{5B9B619E-E5DC-4376-BCE8-41ABC28F6C2F}" dt="2021-06-28T19:40:34.221" v="42" actId="47"/>
        <pc:sldMkLst>
          <pc:docMk/>
          <pc:sldMk cId="2418320045" sldId="481"/>
        </pc:sldMkLst>
      </pc:sldChg>
      <pc:sldChg chg="del">
        <pc:chgData name="Weifeng Xu" userId="e7aed605-a3dd-4d5a-a692-a87037af107b" providerId="ADAL" clId="{5B9B619E-E5DC-4376-BCE8-41ABC28F6C2F}" dt="2021-06-28T19:40:32.426" v="37" actId="47"/>
        <pc:sldMkLst>
          <pc:docMk/>
          <pc:sldMk cId="1683867025" sldId="482"/>
        </pc:sldMkLst>
      </pc:sldChg>
      <pc:sldChg chg="del">
        <pc:chgData name="Weifeng Xu" userId="e7aed605-a3dd-4d5a-a692-a87037af107b" providerId="ADAL" clId="{5B9B619E-E5DC-4376-BCE8-41ABC28F6C2F}" dt="2021-06-28T19:40:32.693" v="38" actId="47"/>
        <pc:sldMkLst>
          <pc:docMk/>
          <pc:sldMk cId="3022927922" sldId="484"/>
        </pc:sldMkLst>
      </pc:sldChg>
      <pc:sldChg chg="del">
        <pc:chgData name="Weifeng Xu" userId="e7aed605-a3dd-4d5a-a692-a87037af107b" providerId="ADAL" clId="{5B9B619E-E5DC-4376-BCE8-41ABC28F6C2F}" dt="2021-06-28T19:40:34.898" v="44" actId="47"/>
        <pc:sldMkLst>
          <pc:docMk/>
          <pc:sldMk cId="1979037057" sldId="485"/>
        </pc:sldMkLst>
      </pc:sldChg>
      <pc:sldChg chg="del">
        <pc:chgData name="Weifeng Xu" userId="e7aed605-a3dd-4d5a-a692-a87037af107b" providerId="ADAL" clId="{5B9B619E-E5DC-4376-BCE8-41ABC28F6C2F}" dt="2021-06-28T19:40:35.185" v="45" actId="47"/>
        <pc:sldMkLst>
          <pc:docMk/>
          <pc:sldMk cId="229412847" sldId="486"/>
        </pc:sldMkLst>
      </pc:sldChg>
      <pc:sldChg chg="del">
        <pc:chgData name="Weifeng Xu" userId="e7aed605-a3dd-4d5a-a692-a87037af107b" providerId="ADAL" clId="{5B9B619E-E5DC-4376-BCE8-41ABC28F6C2F}" dt="2021-06-28T19:40:35.713" v="46" actId="47"/>
        <pc:sldMkLst>
          <pc:docMk/>
          <pc:sldMk cId="127162036" sldId="487"/>
        </pc:sldMkLst>
      </pc:sldChg>
      <pc:sldChg chg="del">
        <pc:chgData name="Weifeng Xu" userId="e7aed605-a3dd-4d5a-a692-a87037af107b" providerId="ADAL" clId="{5B9B619E-E5DC-4376-BCE8-41ABC28F6C2F}" dt="2021-06-28T19:40:36.169" v="47" actId="47"/>
        <pc:sldMkLst>
          <pc:docMk/>
          <pc:sldMk cId="1436574554" sldId="488"/>
        </pc:sldMkLst>
      </pc:sldChg>
      <pc:sldChg chg="del">
        <pc:chgData name="Weifeng Xu" userId="e7aed605-a3dd-4d5a-a692-a87037af107b" providerId="ADAL" clId="{5B9B619E-E5DC-4376-BCE8-41ABC28F6C2F}" dt="2021-06-28T19:40:36.576" v="48" actId="47"/>
        <pc:sldMkLst>
          <pc:docMk/>
          <pc:sldMk cId="3579863255" sldId="489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435293485" sldId="490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015196105" sldId="491"/>
        </pc:sldMkLst>
      </pc:sldChg>
      <pc:sldChg chg="modSp add mod">
        <pc:chgData name="Weifeng Xu" userId="e7aed605-a3dd-4d5a-a692-a87037af107b" providerId="ADAL" clId="{5B9B619E-E5DC-4376-BCE8-41ABC28F6C2F}" dt="2021-07-01T14:18:37.659" v="55" actId="6549"/>
        <pc:sldMkLst>
          <pc:docMk/>
          <pc:sldMk cId="1674251011" sldId="49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416641626" sldId="49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11612657" sldId="49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933795559" sldId="49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684404787" sldId="49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211001472" sldId="497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035595462" sldId="49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984385075" sldId="499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318379012" sldId="500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125122821" sldId="501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98983510" sldId="50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686110812" sldId="50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430879985" sldId="50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270554279" sldId="50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951356934" sldId="50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385115538" sldId="507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494372939" sldId="50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058254067" sldId="509"/>
        </pc:sldMkLst>
      </pc:sldChg>
    </pc:docChg>
  </pc:docChgLst>
  <pc:docChgLst>
    <pc:chgData name="Weifeng Xu" userId="e7aed605-a3dd-4d5a-a692-a87037af107b" providerId="ADAL" clId="{2DF50834-70B7-4792-8287-7E44FACC55EB}"/>
    <pc:docChg chg="undo redo custSel addSld delSld modSld sldOrd">
      <pc:chgData name="Weifeng Xu" userId="e7aed605-a3dd-4d5a-a692-a87037af107b" providerId="ADAL" clId="{2DF50834-70B7-4792-8287-7E44FACC55EB}" dt="2021-06-27T14:32:54.680" v="2383" actId="114"/>
      <pc:docMkLst>
        <pc:docMk/>
      </pc:docMkLst>
      <pc:sldChg chg="addSp delSp modSp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325061211" sldId="256"/>
        </pc:sldMkLst>
      </pc:sldChg>
      <pc:sldChg chg="del">
        <pc:chgData name="Weifeng Xu" userId="e7aed605-a3dd-4d5a-a692-a87037af107b" providerId="ADAL" clId="{2DF50834-70B7-4792-8287-7E44FACC55EB}" dt="2021-06-25T22:29:38.709" v="54" actId="47"/>
        <pc:sldMkLst>
          <pc:docMk/>
          <pc:sldMk cId="2201572609" sldId="257"/>
        </pc:sldMkLst>
      </pc:sldChg>
      <pc:sldChg chg="del">
        <pc:chgData name="Weifeng Xu" userId="e7aed605-a3dd-4d5a-a692-a87037af107b" providerId="ADAL" clId="{2DF50834-70B7-4792-8287-7E44FACC55EB}" dt="2021-06-26T00:55:36.178" v="1173" actId="47"/>
        <pc:sldMkLst>
          <pc:docMk/>
          <pc:sldMk cId="450669007" sldId="258"/>
        </pc:sldMkLst>
      </pc:sldChg>
      <pc:sldChg chg="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2789471632" sldId="392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72303902" sldId="393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67691949" sldId="39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30962794" sldId="39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635951812" sldId="396"/>
        </pc:sldMkLst>
      </pc:sldChg>
      <pc:sldChg chg="delSp 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3476957671" sldId="39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37580508" sldId="398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775249280" sldId="399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14667185" sldId="400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82893092" sldId="401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19433619" sldId="402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9788097" sldId="403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65038014" sldId="40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64350271" sldId="40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93752077" sldId="406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972666229" sldId="40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80641166" sldId="408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277870470" sldId="409"/>
        </pc:sldMkLst>
      </pc:sldChg>
      <pc:sldChg chg="addSp delSp modSp add del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89270501" sldId="411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81480386" sldId="413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118374455" sldId="41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14186708" sldId="41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66318337" sldId="416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453023660" sldId="41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47754591" sldId="418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71513867" sldId="419"/>
        </pc:sldMkLst>
      </pc:sldChg>
      <pc:sldChg chg="new del">
        <pc:chgData name="Weifeng Xu" userId="e7aed605-a3dd-4d5a-a692-a87037af107b" providerId="ADAL" clId="{2DF50834-70B7-4792-8287-7E44FACC55EB}" dt="2021-06-25T22:38:18.838" v="191" actId="680"/>
        <pc:sldMkLst>
          <pc:docMk/>
          <pc:sldMk cId="4105834762" sldId="419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160866766" sldId="420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90587346" sldId="421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79099636" sldId="422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81823739" sldId="423"/>
        </pc:sldMkLst>
      </pc:sldChg>
      <pc:sldChg chg="modSp new del mod">
        <pc:chgData name="Weifeng Xu" userId="e7aed605-a3dd-4d5a-a692-a87037af107b" providerId="ADAL" clId="{2DF50834-70B7-4792-8287-7E44FACC55EB}" dt="2021-06-26T00:55:30.187" v="1172" actId="47"/>
        <pc:sldMkLst>
          <pc:docMk/>
          <pc:sldMk cId="1470109627" sldId="424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19466523" sldId="424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40456927" sldId="425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76190788" sldId="426"/>
        </pc:sldMkLst>
      </pc:sldChg>
      <pc:sldChg chg="addSp delSp modSp new mod ord chgLayout">
        <pc:chgData name="Weifeng Xu" userId="e7aed605-a3dd-4d5a-a692-a87037af107b" providerId="ADAL" clId="{2DF50834-70B7-4792-8287-7E44FACC55EB}" dt="2021-06-27T01:12:15.231" v="1756"/>
        <pc:sldMkLst>
          <pc:docMk/>
          <pc:sldMk cId="2709397411" sldId="427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47302650" sldId="428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78272104" sldId="429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091828154" sldId="430"/>
        </pc:sldMkLst>
      </pc:sldChg>
      <pc:sldChg chg="addSp delSp modSp new mod chgLayout">
        <pc:chgData name="Weifeng Xu" userId="e7aed605-a3dd-4d5a-a692-a87037af107b" providerId="ADAL" clId="{2DF50834-70B7-4792-8287-7E44FACC55EB}" dt="2021-06-27T12:23:44.642" v="2091" actId="20577"/>
        <pc:sldMkLst>
          <pc:docMk/>
          <pc:sldMk cId="593614233" sldId="431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996485528" sldId="432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3:59.629" v="1671" actId="1076"/>
        <pc:sldMkLst>
          <pc:docMk/>
          <pc:sldMk cId="848404907" sldId="433"/>
        </pc:sldMkLst>
      </pc:sldChg>
      <pc:sldChg chg="addSp delSp modSp new mod ord modClrScheme chgLayout">
        <pc:chgData name="Weifeng Xu" userId="e7aed605-a3dd-4d5a-a692-a87037af107b" providerId="ADAL" clId="{2DF50834-70B7-4792-8287-7E44FACC55EB}" dt="2021-06-27T01:12:15.231" v="1756"/>
        <pc:sldMkLst>
          <pc:docMk/>
          <pc:sldMk cId="2829655940" sldId="434"/>
        </pc:sldMkLst>
      </pc:sldChg>
      <pc:sldChg chg="addSp delSp modSp new mod ord modClrScheme chgLayout">
        <pc:chgData name="Weifeng Xu" userId="e7aed605-a3dd-4d5a-a692-a87037af107b" providerId="ADAL" clId="{2DF50834-70B7-4792-8287-7E44FACC55EB}" dt="2021-06-27T01:40:40.036" v="1917" actId="20577"/>
        <pc:sldMkLst>
          <pc:docMk/>
          <pc:sldMk cId="3752964083" sldId="435"/>
        </pc:sldMkLst>
      </pc:sldChg>
      <pc:sldChg chg="addSp modSp new mod">
        <pc:chgData name="Weifeng Xu" userId="e7aed605-a3dd-4d5a-a692-a87037af107b" providerId="ADAL" clId="{2DF50834-70B7-4792-8287-7E44FACC55EB}" dt="2021-06-27T01:41:00.419" v="1944" actId="20577"/>
        <pc:sldMkLst>
          <pc:docMk/>
          <pc:sldMk cId="3503932430" sldId="436"/>
        </pc:sldMkLst>
      </pc:sldChg>
      <pc:sldChg chg="addSp delSp modSp new mod">
        <pc:chgData name="Weifeng Xu" userId="e7aed605-a3dd-4d5a-a692-a87037af107b" providerId="ADAL" clId="{2DF50834-70B7-4792-8287-7E44FACC55EB}" dt="2021-06-27T01:41:16.603" v="1962" actId="20577"/>
        <pc:sldMkLst>
          <pc:docMk/>
          <pc:sldMk cId="1984469485" sldId="437"/>
        </pc:sldMkLst>
      </pc:sldChg>
      <pc:sldChg chg="addSp modSp new mod modNotesTx">
        <pc:chgData name="Weifeng Xu" userId="e7aed605-a3dd-4d5a-a692-a87037af107b" providerId="ADAL" clId="{2DF50834-70B7-4792-8287-7E44FACC55EB}" dt="2021-06-27T01:42:20.128" v="1966" actId="14100"/>
        <pc:sldMkLst>
          <pc:docMk/>
          <pc:sldMk cId="4198334412" sldId="438"/>
        </pc:sldMkLst>
      </pc:sldChg>
      <pc:sldChg chg="addSp modSp new mod modNotesTx">
        <pc:chgData name="Weifeng Xu" userId="e7aed605-a3dd-4d5a-a692-a87037af107b" providerId="ADAL" clId="{2DF50834-70B7-4792-8287-7E44FACC55EB}" dt="2021-06-27T01:45:55.971" v="1971" actId="1076"/>
        <pc:sldMkLst>
          <pc:docMk/>
          <pc:sldMk cId="4192281943" sldId="439"/>
        </pc:sldMkLst>
      </pc:sldChg>
      <pc:sldChg chg="addSp modSp new mod">
        <pc:chgData name="Weifeng Xu" userId="e7aed605-a3dd-4d5a-a692-a87037af107b" providerId="ADAL" clId="{2DF50834-70B7-4792-8287-7E44FACC55EB}" dt="2021-06-27T01:47:33.949" v="2031" actId="1076"/>
        <pc:sldMkLst>
          <pc:docMk/>
          <pc:sldMk cId="3098642995" sldId="440"/>
        </pc:sldMkLst>
      </pc:sldChg>
      <pc:sldChg chg="addSp modSp new mod">
        <pc:chgData name="Weifeng Xu" userId="e7aed605-a3dd-4d5a-a692-a87037af107b" providerId="ADAL" clId="{2DF50834-70B7-4792-8287-7E44FACC55EB}" dt="2021-06-27T01:55:21.260" v="2063" actId="14100"/>
        <pc:sldMkLst>
          <pc:docMk/>
          <pc:sldMk cId="3265397422" sldId="441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12:24:10.779" v="2095" actId="20577"/>
        <pc:sldMkLst>
          <pc:docMk/>
          <pc:sldMk cId="4060643725" sldId="442"/>
        </pc:sldMkLst>
      </pc:sldChg>
      <pc:sldChg chg="addSp delSp modSp new mod modClrScheme chgLayout modNotesTx">
        <pc:chgData name="Weifeng Xu" userId="e7aed605-a3dd-4d5a-a692-a87037af107b" providerId="ADAL" clId="{2DF50834-70B7-4792-8287-7E44FACC55EB}" dt="2021-06-27T14:07:48.913" v="2177" actId="20577"/>
        <pc:sldMkLst>
          <pc:docMk/>
          <pc:sldMk cId="3308258886" sldId="443"/>
        </pc:sldMkLst>
      </pc:sldChg>
      <pc:sldChg chg="addSp modSp new mod">
        <pc:chgData name="Weifeng Xu" userId="e7aed605-a3dd-4d5a-a692-a87037af107b" providerId="ADAL" clId="{2DF50834-70B7-4792-8287-7E44FACC55EB}" dt="2021-06-27T14:09:05.312" v="2218" actId="1076"/>
        <pc:sldMkLst>
          <pc:docMk/>
          <pc:sldMk cId="2290480652" sldId="444"/>
        </pc:sldMkLst>
      </pc:sldChg>
      <pc:sldChg chg="addSp modSp new mod modNotesTx">
        <pc:chgData name="Weifeng Xu" userId="e7aed605-a3dd-4d5a-a692-a87037af107b" providerId="ADAL" clId="{2DF50834-70B7-4792-8287-7E44FACC55EB}" dt="2021-06-27T14:29:01.031" v="2277" actId="1076"/>
        <pc:sldMkLst>
          <pc:docMk/>
          <pc:sldMk cId="1737777844" sldId="445"/>
        </pc:sldMkLst>
      </pc:sldChg>
      <pc:sldChg chg="addSp modSp new mod">
        <pc:chgData name="Weifeng Xu" userId="e7aed605-a3dd-4d5a-a692-a87037af107b" providerId="ADAL" clId="{2DF50834-70B7-4792-8287-7E44FACC55EB}" dt="2021-06-27T14:32:54.680" v="2383" actId="114"/>
        <pc:sldMkLst>
          <pc:docMk/>
          <pc:sldMk cId="2625291343" sldId="446"/>
        </pc:sldMkLst>
      </pc:sldChg>
    </pc:docChg>
  </pc:docChgLst>
  <pc:docChgLst>
    <pc:chgData name="Weifeng Xu" userId="e7aed605-a3dd-4d5a-a692-a87037af107b" providerId="ADAL" clId="{6B4374A3-947E-4054-9ED4-BE3C4EABE410}"/>
    <pc:docChg chg="undo custSel addSld delSld modSld sldOrd">
      <pc:chgData name="Weifeng Xu" userId="e7aed605-a3dd-4d5a-a692-a87037af107b" providerId="ADAL" clId="{6B4374A3-947E-4054-9ED4-BE3C4EABE410}" dt="2021-06-28T19:33:41.915" v="2642" actId="1076"/>
      <pc:docMkLst>
        <pc:docMk/>
      </pc:docMkLst>
      <pc:sldChg chg="modSp mod">
        <pc:chgData name="Weifeng Xu" userId="e7aed605-a3dd-4d5a-a692-a87037af107b" providerId="ADAL" clId="{6B4374A3-947E-4054-9ED4-BE3C4EABE410}" dt="2021-06-27T14:47:52.801" v="4" actId="20577"/>
        <pc:sldMkLst>
          <pc:docMk/>
          <pc:sldMk cId="1325061211" sldId="256"/>
        </pc:sldMkLst>
      </pc:sldChg>
      <pc:sldChg chg="ord">
        <pc:chgData name="Weifeng Xu" userId="e7aed605-a3dd-4d5a-a692-a87037af107b" providerId="ADAL" clId="{6B4374A3-947E-4054-9ED4-BE3C4EABE410}" dt="2021-06-27T21:52:28.910" v="846"/>
        <pc:sldMkLst>
          <pc:docMk/>
          <pc:sldMk cId="2789471632" sldId="392"/>
        </pc:sldMkLst>
      </pc:sldChg>
      <pc:sldChg chg="del">
        <pc:chgData name="Weifeng Xu" userId="e7aed605-a3dd-4d5a-a692-a87037af107b" providerId="ADAL" clId="{6B4374A3-947E-4054-9ED4-BE3C4EABE410}" dt="2021-06-27T22:48:46.530" v="1299" actId="47"/>
        <pc:sldMkLst>
          <pc:docMk/>
          <pc:sldMk cId="3672303902" sldId="393"/>
        </pc:sldMkLst>
      </pc:sldChg>
      <pc:sldChg chg="addSp delSp modSp add del mod">
        <pc:chgData name="Weifeng Xu" userId="e7aed605-a3dd-4d5a-a692-a87037af107b" providerId="ADAL" clId="{6B4374A3-947E-4054-9ED4-BE3C4EABE410}" dt="2021-06-27T23:00:52.837" v="1447" actId="1076"/>
        <pc:sldMkLst>
          <pc:docMk/>
          <pc:sldMk cId="2467691949" sldId="394"/>
        </pc:sldMkLst>
      </pc:sldChg>
      <pc:sldChg chg="del">
        <pc:chgData name="Weifeng Xu" userId="e7aed605-a3dd-4d5a-a692-a87037af107b" providerId="ADAL" clId="{6B4374A3-947E-4054-9ED4-BE3C4EABE410}" dt="2021-06-28T01:14:59.793" v="1894" actId="47"/>
        <pc:sldMkLst>
          <pc:docMk/>
          <pc:sldMk cId="1030962794" sldId="395"/>
        </pc:sldMkLst>
      </pc:sldChg>
      <pc:sldChg chg="add del">
        <pc:chgData name="Weifeng Xu" userId="e7aed605-a3dd-4d5a-a692-a87037af107b" providerId="ADAL" clId="{6B4374A3-947E-4054-9ED4-BE3C4EABE410}" dt="2021-06-28T01:50:05.180" v="1985" actId="47"/>
        <pc:sldMkLst>
          <pc:docMk/>
          <pc:sldMk cId="1635951812" sldId="396"/>
        </pc:sldMkLst>
      </pc:sldChg>
      <pc:sldChg chg="del">
        <pc:chgData name="Weifeng Xu" userId="e7aed605-a3dd-4d5a-a692-a87037af107b" providerId="ADAL" clId="{6B4374A3-947E-4054-9ED4-BE3C4EABE410}" dt="2021-06-27T22:58:11.629" v="1431" actId="47"/>
        <pc:sldMkLst>
          <pc:docMk/>
          <pc:sldMk cId="3476957671" sldId="397"/>
        </pc:sldMkLst>
      </pc:sldChg>
      <pc:sldChg chg="del">
        <pc:chgData name="Weifeng Xu" userId="e7aed605-a3dd-4d5a-a692-a87037af107b" providerId="ADAL" clId="{6B4374A3-947E-4054-9ED4-BE3C4EABE410}" dt="2021-06-28T01:49:35.593" v="1978" actId="47"/>
        <pc:sldMkLst>
          <pc:docMk/>
          <pc:sldMk cId="837580508" sldId="398"/>
        </pc:sldMkLst>
      </pc:sldChg>
      <pc:sldChg chg="del">
        <pc:chgData name="Weifeng Xu" userId="e7aed605-a3dd-4d5a-a692-a87037af107b" providerId="ADAL" clId="{6B4374A3-947E-4054-9ED4-BE3C4EABE410}" dt="2021-06-28T01:49:39.424" v="1979" actId="47"/>
        <pc:sldMkLst>
          <pc:docMk/>
          <pc:sldMk cId="775249280" sldId="399"/>
        </pc:sldMkLst>
      </pc:sldChg>
      <pc:sldChg chg="del">
        <pc:chgData name="Weifeng Xu" userId="e7aed605-a3dd-4d5a-a692-a87037af107b" providerId="ADAL" clId="{6B4374A3-947E-4054-9ED4-BE3C4EABE410}" dt="2021-06-28T01:49:43.824" v="1980" actId="47"/>
        <pc:sldMkLst>
          <pc:docMk/>
          <pc:sldMk cId="614667185" sldId="400"/>
        </pc:sldMkLst>
      </pc:sldChg>
      <pc:sldChg chg="del">
        <pc:chgData name="Weifeng Xu" userId="e7aed605-a3dd-4d5a-a692-a87037af107b" providerId="ADAL" clId="{6B4374A3-947E-4054-9ED4-BE3C4EABE410}" dt="2021-06-28T01:56:44.305" v="2061" actId="47"/>
        <pc:sldMkLst>
          <pc:docMk/>
          <pc:sldMk cId="3582893092" sldId="401"/>
        </pc:sldMkLst>
      </pc:sldChg>
      <pc:sldChg chg="del">
        <pc:chgData name="Weifeng Xu" userId="e7aed605-a3dd-4d5a-a692-a87037af107b" providerId="ADAL" clId="{6B4374A3-947E-4054-9ED4-BE3C4EABE410}" dt="2021-06-28T02:11:44.390" v="2138" actId="47"/>
        <pc:sldMkLst>
          <pc:docMk/>
          <pc:sldMk cId="819433619" sldId="402"/>
        </pc:sldMkLst>
      </pc:sldChg>
      <pc:sldChg chg="del">
        <pc:chgData name="Weifeng Xu" userId="e7aed605-a3dd-4d5a-a692-a87037af107b" providerId="ADAL" clId="{6B4374A3-947E-4054-9ED4-BE3C4EABE410}" dt="2021-06-28T01:56:41.092" v="2060" actId="47"/>
        <pc:sldMkLst>
          <pc:docMk/>
          <pc:sldMk cId="39788097" sldId="403"/>
        </pc:sldMkLst>
      </pc:sldChg>
      <pc:sldChg chg="ord">
        <pc:chgData name="Weifeng Xu" userId="e7aed605-a3dd-4d5a-a692-a87037af107b" providerId="ADAL" clId="{6B4374A3-947E-4054-9ED4-BE3C4EABE410}" dt="2021-06-28T02:11:36.173" v="2137"/>
        <pc:sldMkLst>
          <pc:docMk/>
          <pc:sldMk cId="3665038014" sldId="404"/>
        </pc:sldMkLst>
      </pc:sldChg>
      <pc:sldChg chg="modSp add del mod ord">
        <pc:chgData name="Weifeng Xu" userId="e7aed605-a3dd-4d5a-a692-a87037af107b" providerId="ADAL" clId="{6B4374A3-947E-4054-9ED4-BE3C4EABE410}" dt="2021-06-28T02:02:18.937" v="2126" actId="47"/>
        <pc:sldMkLst>
          <pc:docMk/>
          <pc:sldMk cId="464350271" sldId="405"/>
        </pc:sldMkLst>
      </pc:sldChg>
      <pc:sldChg chg="del">
        <pc:chgData name="Weifeng Xu" userId="e7aed605-a3dd-4d5a-a692-a87037af107b" providerId="ADAL" clId="{6B4374A3-947E-4054-9ED4-BE3C4EABE410}" dt="2021-06-28T02:11:45.380" v="2139" actId="47"/>
        <pc:sldMkLst>
          <pc:docMk/>
          <pc:sldMk cId="2093752077" sldId="406"/>
        </pc:sldMkLst>
      </pc:sldChg>
      <pc:sldChg chg="del">
        <pc:chgData name="Weifeng Xu" userId="e7aed605-a3dd-4d5a-a692-a87037af107b" providerId="ADAL" clId="{6B4374A3-947E-4054-9ED4-BE3C4EABE410}" dt="2021-06-28T02:11:57.502" v="2143" actId="47"/>
        <pc:sldMkLst>
          <pc:docMk/>
          <pc:sldMk cId="1972666229" sldId="407"/>
        </pc:sldMkLst>
      </pc:sldChg>
      <pc:sldChg chg="del">
        <pc:chgData name="Weifeng Xu" userId="e7aed605-a3dd-4d5a-a692-a87037af107b" providerId="ADAL" clId="{6B4374A3-947E-4054-9ED4-BE3C4EABE410}" dt="2021-06-28T02:11:59.125" v="2144" actId="47"/>
        <pc:sldMkLst>
          <pc:docMk/>
          <pc:sldMk cId="2980641166" sldId="408"/>
        </pc:sldMkLst>
      </pc:sldChg>
      <pc:sldChg chg="del">
        <pc:chgData name="Weifeng Xu" userId="e7aed605-a3dd-4d5a-a692-a87037af107b" providerId="ADAL" clId="{6B4374A3-947E-4054-9ED4-BE3C4EABE410}" dt="2021-06-28T02:12:01.142" v="2145" actId="47"/>
        <pc:sldMkLst>
          <pc:docMk/>
          <pc:sldMk cId="3277870470" sldId="409"/>
        </pc:sldMkLst>
      </pc:sldChg>
      <pc:sldChg chg="del">
        <pc:chgData name="Weifeng Xu" userId="e7aed605-a3dd-4d5a-a692-a87037af107b" providerId="ADAL" clId="{6B4374A3-947E-4054-9ED4-BE3C4EABE410}" dt="2021-06-28T02:13:03.364" v="2149" actId="47"/>
        <pc:sldMkLst>
          <pc:docMk/>
          <pc:sldMk cId="3881480386" sldId="413"/>
        </pc:sldMkLst>
      </pc:sldChg>
      <pc:sldChg chg="modSp add del mod">
        <pc:chgData name="Weifeng Xu" userId="e7aed605-a3dd-4d5a-a692-a87037af107b" providerId="ADAL" clId="{6B4374A3-947E-4054-9ED4-BE3C4EABE410}" dt="2021-06-28T02:55:00.563" v="2411" actId="1076"/>
        <pc:sldMkLst>
          <pc:docMk/>
          <pc:sldMk cId="3118374455" sldId="414"/>
        </pc:sldMkLst>
      </pc:sldChg>
      <pc:sldChg chg="del">
        <pc:chgData name="Weifeng Xu" userId="e7aed605-a3dd-4d5a-a692-a87037af107b" providerId="ADAL" clId="{6B4374A3-947E-4054-9ED4-BE3C4EABE410}" dt="2021-06-28T02:12:04.673" v="2146" actId="47"/>
        <pc:sldMkLst>
          <pc:docMk/>
          <pc:sldMk cId="214186708" sldId="415"/>
        </pc:sldMkLst>
      </pc:sldChg>
      <pc:sldChg chg="modSp add del mod">
        <pc:chgData name="Weifeng Xu" userId="e7aed605-a3dd-4d5a-a692-a87037af107b" providerId="ADAL" clId="{6B4374A3-947E-4054-9ED4-BE3C4EABE410}" dt="2021-06-28T02:02:44.507" v="2128" actId="1076"/>
        <pc:sldMkLst>
          <pc:docMk/>
          <pc:sldMk cId="4266318337" sldId="416"/>
        </pc:sldMkLst>
      </pc:sldChg>
      <pc:sldChg chg="del">
        <pc:chgData name="Weifeng Xu" userId="e7aed605-a3dd-4d5a-a692-a87037af107b" providerId="ADAL" clId="{6B4374A3-947E-4054-9ED4-BE3C4EABE410}" dt="2021-06-28T01:56:53.240" v="2063" actId="47"/>
        <pc:sldMkLst>
          <pc:docMk/>
          <pc:sldMk cId="1453023660" sldId="417"/>
        </pc:sldMkLst>
      </pc:sldChg>
      <pc:sldChg chg="modSp add del mod">
        <pc:chgData name="Weifeng Xu" userId="e7aed605-a3dd-4d5a-a692-a87037af107b" providerId="ADAL" clId="{6B4374A3-947E-4054-9ED4-BE3C4EABE410}" dt="2021-06-28T02:13:52.471" v="2156" actId="1076"/>
        <pc:sldMkLst>
          <pc:docMk/>
          <pc:sldMk cId="4247754591" sldId="418"/>
        </pc:sldMkLst>
      </pc:sldChg>
      <pc:sldChg chg="del">
        <pc:chgData name="Weifeng Xu" userId="e7aed605-a3dd-4d5a-a692-a87037af107b" providerId="ADAL" clId="{6B4374A3-947E-4054-9ED4-BE3C4EABE410}" dt="2021-06-28T02:11:49.338" v="2140" actId="47"/>
        <pc:sldMkLst>
          <pc:docMk/>
          <pc:sldMk cId="1871513867" sldId="419"/>
        </pc:sldMkLst>
      </pc:sldChg>
      <pc:sldChg chg="del">
        <pc:chgData name="Weifeng Xu" userId="e7aed605-a3dd-4d5a-a692-a87037af107b" providerId="ADAL" clId="{6B4374A3-947E-4054-9ED4-BE3C4EABE410}" dt="2021-06-27T21:52:48.206" v="847" actId="47"/>
        <pc:sldMkLst>
          <pc:docMk/>
          <pc:sldMk cId="4160866766" sldId="420"/>
        </pc:sldMkLst>
      </pc:sldChg>
      <pc:sldChg chg="del">
        <pc:chgData name="Weifeng Xu" userId="e7aed605-a3dd-4d5a-a692-a87037af107b" providerId="ADAL" clId="{6B4374A3-947E-4054-9ED4-BE3C4EABE410}" dt="2021-06-27T21:52:50.831" v="848" actId="47"/>
        <pc:sldMkLst>
          <pc:docMk/>
          <pc:sldMk cId="1090587346" sldId="421"/>
        </pc:sldMkLst>
      </pc:sldChg>
      <pc:sldChg chg="del">
        <pc:chgData name="Weifeng Xu" userId="e7aed605-a3dd-4d5a-a692-a87037af107b" providerId="ADAL" clId="{6B4374A3-947E-4054-9ED4-BE3C4EABE410}" dt="2021-06-27T22:56:37.985" v="1425" actId="47"/>
        <pc:sldMkLst>
          <pc:docMk/>
          <pc:sldMk cId="2079099636" sldId="422"/>
        </pc:sldMkLst>
      </pc:sldChg>
      <pc:sldChg chg="del">
        <pc:chgData name="Weifeng Xu" userId="e7aed605-a3dd-4d5a-a692-a87037af107b" providerId="ADAL" clId="{6B4374A3-947E-4054-9ED4-BE3C4EABE410}" dt="2021-06-27T22:56:46.417" v="1426" actId="47"/>
        <pc:sldMkLst>
          <pc:docMk/>
          <pc:sldMk cId="1881823739" sldId="423"/>
        </pc:sldMkLst>
      </pc:sldChg>
      <pc:sldChg chg="del">
        <pc:chgData name="Weifeng Xu" userId="e7aed605-a3dd-4d5a-a692-a87037af107b" providerId="ADAL" clId="{6B4374A3-947E-4054-9ED4-BE3C4EABE410}" dt="2021-06-28T01:49:46.281" v="1981" actId="47"/>
        <pc:sldMkLst>
          <pc:docMk/>
          <pc:sldMk cId="3519466523" sldId="424"/>
        </pc:sldMkLst>
      </pc:sldChg>
      <pc:sldChg chg="del">
        <pc:chgData name="Weifeng Xu" userId="e7aed605-a3dd-4d5a-a692-a87037af107b" providerId="ADAL" clId="{6B4374A3-947E-4054-9ED4-BE3C4EABE410}" dt="2021-06-28T01:49:48.168" v="1982" actId="47"/>
        <pc:sldMkLst>
          <pc:docMk/>
          <pc:sldMk cId="2940456927" sldId="425"/>
        </pc:sldMkLst>
      </pc:sldChg>
      <pc:sldChg chg="del">
        <pc:chgData name="Weifeng Xu" userId="e7aed605-a3dd-4d5a-a692-a87037af107b" providerId="ADAL" clId="{6B4374A3-947E-4054-9ED4-BE3C4EABE410}" dt="2021-06-28T01:49:51.829" v="1983" actId="47"/>
        <pc:sldMkLst>
          <pc:docMk/>
          <pc:sldMk cId="3876190788" sldId="426"/>
        </pc:sldMkLst>
      </pc:sldChg>
      <pc:sldChg chg="del">
        <pc:chgData name="Weifeng Xu" userId="e7aed605-a3dd-4d5a-a692-a87037af107b" providerId="ADAL" clId="{6B4374A3-947E-4054-9ED4-BE3C4EABE410}" dt="2021-06-28T02:16:02.081" v="2190" actId="47"/>
        <pc:sldMkLst>
          <pc:docMk/>
          <pc:sldMk cId="2709397411" sldId="427"/>
        </pc:sldMkLst>
      </pc:sldChg>
      <pc:sldChg chg="del">
        <pc:chgData name="Weifeng Xu" userId="e7aed605-a3dd-4d5a-a692-a87037af107b" providerId="ADAL" clId="{6B4374A3-947E-4054-9ED4-BE3C4EABE410}" dt="2021-06-28T01:15:13.052" v="1895" actId="47"/>
        <pc:sldMkLst>
          <pc:docMk/>
          <pc:sldMk cId="647302650" sldId="428"/>
        </pc:sldMkLst>
      </pc:sldChg>
      <pc:sldChg chg="del">
        <pc:chgData name="Weifeng Xu" userId="e7aed605-a3dd-4d5a-a692-a87037af107b" providerId="ADAL" clId="{6B4374A3-947E-4054-9ED4-BE3C4EABE410}" dt="2021-06-28T01:14:55.307" v="1893" actId="47"/>
        <pc:sldMkLst>
          <pc:docMk/>
          <pc:sldMk cId="878272104" sldId="429"/>
        </pc:sldMkLst>
      </pc:sldChg>
      <pc:sldChg chg="modSp mod">
        <pc:chgData name="Weifeng Xu" userId="e7aed605-a3dd-4d5a-a692-a87037af107b" providerId="ADAL" clId="{6B4374A3-947E-4054-9ED4-BE3C4EABE410}" dt="2021-06-28T19:32:08.997" v="2634" actId="20577"/>
        <pc:sldMkLst>
          <pc:docMk/>
          <pc:sldMk cId="593614233" sldId="431"/>
        </pc:sldMkLst>
      </pc:sldChg>
      <pc:sldChg chg="del">
        <pc:chgData name="Weifeng Xu" userId="e7aed605-a3dd-4d5a-a692-a87037af107b" providerId="ADAL" clId="{6B4374A3-947E-4054-9ED4-BE3C4EABE410}" dt="2021-06-28T02:11:50.006" v="2141" actId="47"/>
        <pc:sldMkLst>
          <pc:docMk/>
          <pc:sldMk cId="996485528" sldId="432"/>
        </pc:sldMkLst>
      </pc:sldChg>
      <pc:sldChg chg="del">
        <pc:chgData name="Weifeng Xu" userId="e7aed605-a3dd-4d5a-a692-a87037af107b" providerId="ADAL" clId="{6B4374A3-947E-4054-9ED4-BE3C4EABE410}" dt="2021-06-28T02:11:54.047" v="2142" actId="47"/>
        <pc:sldMkLst>
          <pc:docMk/>
          <pc:sldMk cId="848404907" sldId="433"/>
        </pc:sldMkLst>
      </pc:sldChg>
      <pc:sldChg chg="ord">
        <pc:chgData name="Weifeng Xu" userId="e7aed605-a3dd-4d5a-a692-a87037af107b" providerId="ADAL" clId="{6B4374A3-947E-4054-9ED4-BE3C4EABE410}" dt="2021-06-28T02:47:11.504" v="2395"/>
        <pc:sldMkLst>
          <pc:docMk/>
          <pc:sldMk cId="2829655940" sldId="434"/>
        </pc:sldMkLst>
      </pc:sldChg>
      <pc:sldChg chg="del">
        <pc:chgData name="Weifeng Xu" userId="e7aed605-a3dd-4d5a-a692-a87037af107b" providerId="ADAL" clId="{6B4374A3-947E-4054-9ED4-BE3C4EABE410}" dt="2021-06-28T02:16:02.305" v="2191" actId="47"/>
        <pc:sldMkLst>
          <pc:docMk/>
          <pc:sldMk cId="3752964083" sldId="435"/>
        </pc:sldMkLst>
      </pc:sldChg>
      <pc:sldChg chg="del">
        <pc:chgData name="Weifeng Xu" userId="e7aed605-a3dd-4d5a-a692-a87037af107b" providerId="ADAL" clId="{6B4374A3-947E-4054-9ED4-BE3C4EABE410}" dt="2021-06-28T02:16:02.553" v="2192" actId="47"/>
        <pc:sldMkLst>
          <pc:docMk/>
          <pc:sldMk cId="3503932430" sldId="436"/>
        </pc:sldMkLst>
      </pc:sldChg>
      <pc:sldChg chg="del">
        <pc:chgData name="Weifeng Xu" userId="e7aed605-a3dd-4d5a-a692-a87037af107b" providerId="ADAL" clId="{6B4374A3-947E-4054-9ED4-BE3C4EABE410}" dt="2021-06-28T02:16:11.058" v="2193" actId="47"/>
        <pc:sldMkLst>
          <pc:docMk/>
          <pc:sldMk cId="1984469485" sldId="437"/>
        </pc:sldMkLst>
      </pc:sldChg>
      <pc:sldChg chg="del">
        <pc:chgData name="Weifeng Xu" userId="e7aed605-a3dd-4d5a-a692-a87037af107b" providerId="ADAL" clId="{6B4374A3-947E-4054-9ED4-BE3C4EABE410}" dt="2021-06-28T02:16:15.817" v="2195" actId="47"/>
        <pc:sldMkLst>
          <pc:docMk/>
          <pc:sldMk cId="4198334412" sldId="438"/>
        </pc:sldMkLst>
      </pc:sldChg>
      <pc:sldChg chg="modSp add mod">
        <pc:chgData name="Weifeng Xu" userId="e7aed605-a3dd-4d5a-a692-a87037af107b" providerId="ADAL" clId="{6B4374A3-947E-4054-9ED4-BE3C4EABE410}" dt="2021-06-28T19:33:25.142" v="2640" actId="1076"/>
        <pc:sldMkLst>
          <pc:docMk/>
          <pc:sldMk cId="4105321355" sldId="439"/>
        </pc:sldMkLst>
      </pc:sldChg>
      <pc:sldChg chg="del">
        <pc:chgData name="Weifeng Xu" userId="e7aed605-a3dd-4d5a-a692-a87037af107b" providerId="ADAL" clId="{6B4374A3-947E-4054-9ED4-BE3C4EABE410}" dt="2021-06-28T02:16:17.424" v="2196" actId="47"/>
        <pc:sldMkLst>
          <pc:docMk/>
          <pc:sldMk cId="4192281943" sldId="439"/>
        </pc:sldMkLst>
      </pc:sldChg>
      <pc:sldChg chg="delSp add mod">
        <pc:chgData name="Weifeng Xu" userId="e7aed605-a3dd-4d5a-a692-a87037af107b" providerId="ADAL" clId="{6B4374A3-947E-4054-9ED4-BE3C4EABE410}" dt="2021-06-28T19:33:34.827" v="2641" actId="478"/>
        <pc:sldMkLst>
          <pc:docMk/>
          <pc:sldMk cId="1827660371" sldId="440"/>
        </pc:sldMkLst>
      </pc:sldChg>
      <pc:sldChg chg="del">
        <pc:chgData name="Weifeng Xu" userId="e7aed605-a3dd-4d5a-a692-a87037af107b" providerId="ADAL" clId="{6B4374A3-947E-4054-9ED4-BE3C4EABE410}" dt="2021-06-28T02:16:18.952" v="2197" actId="47"/>
        <pc:sldMkLst>
          <pc:docMk/>
          <pc:sldMk cId="3098642995" sldId="440"/>
        </pc:sldMkLst>
      </pc:sldChg>
      <pc:sldChg chg="add">
        <pc:chgData name="Weifeng Xu" userId="e7aed605-a3dd-4d5a-a692-a87037af107b" providerId="ADAL" clId="{6B4374A3-947E-4054-9ED4-BE3C4EABE410}" dt="2021-06-28T19:33:01.762" v="2638"/>
        <pc:sldMkLst>
          <pc:docMk/>
          <pc:sldMk cId="117761190" sldId="441"/>
        </pc:sldMkLst>
      </pc:sldChg>
      <pc:sldChg chg="del">
        <pc:chgData name="Weifeng Xu" userId="e7aed605-a3dd-4d5a-a692-a87037af107b" providerId="ADAL" clId="{6B4374A3-947E-4054-9ED4-BE3C4EABE410}" dt="2021-06-28T02:16:14.297" v="2194" actId="47"/>
        <pc:sldMkLst>
          <pc:docMk/>
          <pc:sldMk cId="3265397422" sldId="441"/>
        </pc:sldMkLst>
      </pc:sldChg>
      <pc:sldChg chg="modSp mod">
        <pc:chgData name="Weifeng Xu" userId="e7aed605-a3dd-4d5a-a692-a87037af107b" providerId="ADAL" clId="{6B4374A3-947E-4054-9ED4-BE3C4EABE410}" dt="2021-06-28T02:58:57.185" v="2424"/>
        <pc:sldMkLst>
          <pc:docMk/>
          <pc:sldMk cId="4060643725" sldId="442"/>
        </pc:sldMkLst>
      </pc:sldChg>
      <pc:sldChg chg="modSp add mod">
        <pc:chgData name="Weifeng Xu" userId="e7aed605-a3dd-4d5a-a692-a87037af107b" providerId="ADAL" clId="{6B4374A3-947E-4054-9ED4-BE3C4EABE410}" dt="2021-06-28T19:33:41.915" v="2642" actId="1076"/>
        <pc:sldMkLst>
          <pc:docMk/>
          <pc:sldMk cId="177244511" sldId="443"/>
        </pc:sldMkLst>
      </pc:sldChg>
      <pc:sldChg chg="del">
        <pc:chgData name="Weifeng Xu" userId="e7aed605-a3dd-4d5a-a692-a87037af107b" providerId="ADAL" clId="{6B4374A3-947E-4054-9ED4-BE3C4EABE410}" dt="2021-06-28T02:56:58.512" v="2413" actId="47"/>
        <pc:sldMkLst>
          <pc:docMk/>
          <pc:sldMk cId="3308258886" sldId="443"/>
        </pc:sldMkLst>
      </pc:sldChg>
      <pc:sldChg chg="del">
        <pc:chgData name="Weifeng Xu" userId="e7aed605-a3dd-4d5a-a692-a87037af107b" providerId="ADAL" clId="{6B4374A3-947E-4054-9ED4-BE3C4EABE410}" dt="2021-06-28T02:57:03.165" v="2414" actId="47"/>
        <pc:sldMkLst>
          <pc:docMk/>
          <pc:sldMk cId="2290480652" sldId="444"/>
        </pc:sldMkLst>
      </pc:sldChg>
      <pc:sldChg chg="del">
        <pc:chgData name="Weifeng Xu" userId="e7aed605-a3dd-4d5a-a692-a87037af107b" providerId="ADAL" clId="{6B4374A3-947E-4054-9ED4-BE3C4EABE410}" dt="2021-06-28T02:57:05.666" v="2415" actId="47"/>
        <pc:sldMkLst>
          <pc:docMk/>
          <pc:sldMk cId="1737777844" sldId="445"/>
        </pc:sldMkLst>
      </pc:sldChg>
      <pc:sldChg chg="del">
        <pc:chgData name="Weifeng Xu" userId="e7aed605-a3dd-4d5a-a692-a87037af107b" providerId="ADAL" clId="{6B4374A3-947E-4054-9ED4-BE3C4EABE410}" dt="2021-06-28T02:57:06.743" v="2416" actId="47"/>
        <pc:sldMkLst>
          <pc:docMk/>
          <pc:sldMk cId="2625291343" sldId="446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15:02:17.031" v="19" actId="20577"/>
        <pc:sldMkLst>
          <pc:docMk/>
          <pc:sldMk cId="396884143" sldId="447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7T19:10:49.364" v="531" actId="207"/>
        <pc:sldMkLst>
          <pc:docMk/>
          <pc:sldMk cId="2623075134" sldId="448"/>
        </pc:sldMkLst>
      </pc:sldChg>
      <pc:sldChg chg="addSp modSp new mod modNotesTx">
        <pc:chgData name="Weifeng Xu" userId="e7aed605-a3dd-4d5a-a692-a87037af107b" providerId="ADAL" clId="{6B4374A3-947E-4054-9ED4-BE3C4EABE410}" dt="2021-06-27T20:00:52.504" v="581" actId="1076"/>
        <pc:sldMkLst>
          <pc:docMk/>
          <pc:sldMk cId="3726437819" sldId="449"/>
        </pc:sldMkLst>
      </pc:sldChg>
      <pc:sldChg chg="addSp delSp modSp new mod setBg modClrScheme chgLayout">
        <pc:chgData name="Weifeng Xu" userId="e7aed605-a3dd-4d5a-a692-a87037af107b" providerId="ADAL" clId="{6B4374A3-947E-4054-9ED4-BE3C4EABE410}" dt="2021-06-28T01:45:19.926" v="1944" actId="20577"/>
        <pc:sldMkLst>
          <pc:docMk/>
          <pc:sldMk cId="2752542596" sldId="450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0:35:27.844" v="722" actId="1076"/>
        <pc:sldMkLst>
          <pc:docMk/>
          <pc:sldMk cId="1689162150" sldId="451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35:31.050" v="1251" actId="114"/>
        <pc:sldMkLst>
          <pc:docMk/>
          <pc:sldMk cId="3213363844" sldId="452"/>
        </pc:sldMkLst>
      </pc:sldChg>
      <pc:sldChg chg="new del">
        <pc:chgData name="Weifeng Xu" userId="e7aed605-a3dd-4d5a-a692-a87037af107b" providerId="ADAL" clId="{6B4374A3-947E-4054-9ED4-BE3C4EABE410}" dt="2021-06-27T21:52:10.084" v="843" actId="47"/>
        <pc:sldMkLst>
          <pc:docMk/>
          <pc:sldMk cId="2133232827" sldId="453"/>
        </pc:sldMkLst>
      </pc:sldChg>
      <pc:sldChg chg="new del">
        <pc:chgData name="Weifeng Xu" userId="e7aed605-a3dd-4d5a-a692-a87037af107b" providerId="ADAL" clId="{6B4374A3-947E-4054-9ED4-BE3C4EABE410}" dt="2021-06-27T21:52:11.091" v="844" actId="47"/>
        <pc:sldMkLst>
          <pc:docMk/>
          <pc:sldMk cId="4056873346" sldId="454"/>
        </pc:sldMkLst>
      </pc:sldChg>
      <pc:sldChg chg="addSp modSp new mod">
        <pc:chgData name="Weifeng Xu" userId="e7aed605-a3dd-4d5a-a692-a87037af107b" providerId="ADAL" clId="{6B4374A3-947E-4054-9ED4-BE3C4EABE410}" dt="2021-06-27T20:34:20.457" v="716" actId="1076"/>
        <pc:sldMkLst>
          <pc:docMk/>
          <pc:sldMk cId="855798641" sldId="455"/>
        </pc:sldMkLst>
      </pc:sldChg>
      <pc:sldChg chg="addSp delSp new mod modClrScheme chgLayout">
        <pc:chgData name="Weifeng Xu" userId="e7aed605-a3dd-4d5a-a692-a87037af107b" providerId="ADAL" clId="{6B4374A3-947E-4054-9ED4-BE3C4EABE410}" dt="2021-06-27T20:28:42.844" v="677" actId="22"/>
        <pc:sldMkLst>
          <pc:docMk/>
          <pc:sldMk cId="3068364558" sldId="456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0:48:37.777" v="760" actId="207"/>
        <pc:sldMkLst>
          <pc:docMk/>
          <pc:sldMk cId="565360195" sldId="457"/>
        </pc:sldMkLst>
      </pc:sldChg>
      <pc:sldChg chg="new add del">
        <pc:chgData name="Weifeng Xu" userId="e7aed605-a3dd-4d5a-a692-a87037af107b" providerId="ADAL" clId="{6B4374A3-947E-4054-9ED4-BE3C4EABE410}" dt="2021-06-27T21:16:11.638" v="789" actId="47"/>
        <pc:sldMkLst>
          <pc:docMk/>
          <pc:sldMk cId="813736797" sldId="458"/>
        </pc:sldMkLst>
      </pc:sldChg>
      <pc:sldChg chg="addSp modSp new mod setBg">
        <pc:chgData name="Weifeng Xu" userId="e7aed605-a3dd-4d5a-a692-a87037af107b" providerId="ADAL" clId="{6B4374A3-947E-4054-9ED4-BE3C4EABE410}" dt="2021-06-27T21:19:19.809" v="792" actId="26606"/>
        <pc:sldMkLst>
          <pc:docMk/>
          <pc:sldMk cId="2399777802" sldId="458"/>
        </pc:sldMkLst>
      </pc:sldChg>
      <pc:sldChg chg="addSp modSp new mod modClrScheme chgLayout">
        <pc:chgData name="Weifeng Xu" userId="e7aed605-a3dd-4d5a-a692-a87037af107b" providerId="ADAL" clId="{6B4374A3-947E-4054-9ED4-BE3C4EABE410}" dt="2021-06-27T22:56:09.035" v="1424" actId="207"/>
        <pc:sldMkLst>
          <pc:docMk/>
          <pc:sldMk cId="783190951" sldId="459"/>
        </pc:sldMkLst>
      </pc:sldChg>
      <pc:sldChg chg="modSp new del mod">
        <pc:chgData name="Weifeng Xu" userId="e7aed605-a3dd-4d5a-a692-a87037af107b" providerId="ADAL" clId="{6B4374A3-947E-4054-9ED4-BE3C4EABE410}" dt="2021-06-27T21:16:10.606" v="788" actId="47"/>
        <pc:sldMkLst>
          <pc:docMk/>
          <pc:sldMk cId="810373971" sldId="459"/>
        </pc:sldMkLst>
      </pc:sldChg>
      <pc:sldChg chg="addSp modSp new mod">
        <pc:chgData name="Weifeng Xu" userId="e7aed605-a3dd-4d5a-a692-a87037af107b" providerId="ADAL" clId="{6B4374A3-947E-4054-9ED4-BE3C4EABE410}" dt="2021-06-27T22:05:40.720" v="981" actId="1076"/>
        <pc:sldMkLst>
          <pc:docMk/>
          <pc:sldMk cId="3533845808" sldId="460"/>
        </pc:sldMkLst>
      </pc:sldChg>
      <pc:sldChg chg="addSp modSp new mod ord">
        <pc:chgData name="Weifeng Xu" userId="e7aed605-a3dd-4d5a-a692-a87037af107b" providerId="ADAL" clId="{6B4374A3-947E-4054-9ED4-BE3C4EABE410}" dt="2021-06-28T00:54:35.641" v="1502"/>
        <pc:sldMkLst>
          <pc:docMk/>
          <pc:sldMk cId="982174642" sldId="461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19:05.254" v="1122" actId="1076"/>
        <pc:sldMkLst>
          <pc:docMk/>
          <pc:sldMk cId="926730047" sldId="462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47:16.314" v="1298" actId="20577"/>
        <pc:sldMkLst>
          <pc:docMk/>
          <pc:sldMk cId="2128572627" sldId="463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1:07:26.884" v="1892" actId="1076"/>
        <pc:sldMkLst>
          <pc:docMk/>
          <pc:sldMk cId="3901806330" sldId="464"/>
        </pc:sldMkLst>
      </pc:sldChg>
      <pc:sldChg chg="addSp modSp new mod">
        <pc:chgData name="Weifeng Xu" userId="e7aed605-a3dd-4d5a-a692-a87037af107b" providerId="ADAL" clId="{6B4374A3-947E-4054-9ED4-BE3C4EABE410}" dt="2021-06-28T01:00:52.883" v="1588" actId="20577"/>
        <pc:sldMkLst>
          <pc:docMk/>
          <pc:sldMk cId="1673180284" sldId="465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2:51:19.785" v="2404" actId="6549"/>
        <pc:sldMkLst>
          <pc:docMk/>
          <pc:sldMk cId="369337190" sldId="466"/>
        </pc:sldMkLst>
      </pc:sldChg>
      <pc:sldChg chg="new del">
        <pc:chgData name="Weifeng Xu" userId="e7aed605-a3dd-4d5a-a692-a87037af107b" providerId="ADAL" clId="{6B4374A3-947E-4054-9ED4-BE3C4EABE410}" dt="2021-06-28T01:50:07.307" v="1986" actId="47"/>
        <pc:sldMkLst>
          <pc:docMk/>
          <pc:sldMk cId="3568816338" sldId="467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8T01:20:05.953" v="1906" actId="14100"/>
        <pc:sldMkLst>
          <pc:docMk/>
          <pc:sldMk cId="1544977207" sldId="468"/>
        </pc:sldMkLst>
      </pc:sldChg>
      <pc:sldChg chg="addSp modSp new mod">
        <pc:chgData name="Weifeng Xu" userId="e7aed605-a3dd-4d5a-a692-a87037af107b" providerId="ADAL" clId="{6B4374A3-947E-4054-9ED4-BE3C4EABE410}" dt="2021-06-28T01:48:31.334" v="1977" actId="1076"/>
        <pc:sldMkLst>
          <pc:docMk/>
          <pc:sldMk cId="3247576171" sldId="469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1:53:30.229" v="2052" actId="20577"/>
        <pc:sldMkLst>
          <pc:docMk/>
          <pc:sldMk cId="3121458959" sldId="470"/>
        </pc:sldMkLst>
      </pc:sldChg>
      <pc:sldChg chg="addSp modSp new mod">
        <pc:chgData name="Weifeng Xu" userId="e7aed605-a3dd-4d5a-a692-a87037af107b" providerId="ADAL" clId="{6B4374A3-947E-4054-9ED4-BE3C4EABE410}" dt="2021-06-28T01:57:26.318" v="2066" actId="1076"/>
        <pc:sldMkLst>
          <pc:docMk/>
          <pc:sldMk cId="2693326884" sldId="471"/>
        </pc:sldMkLst>
      </pc:sldChg>
      <pc:sldChg chg="addSp delSp modSp new mod">
        <pc:chgData name="Weifeng Xu" userId="e7aed605-a3dd-4d5a-a692-a87037af107b" providerId="ADAL" clId="{6B4374A3-947E-4054-9ED4-BE3C4EABE410}" dt="2021-06-28T02:02:04.895" v="2125" actId="20577"/>
        <pc:sldMkLst>
          <pc:docMk/>
          <pc:sldMk cId="127914859" sldId="472"/>
        </pc:sldMkLst>
      </pc:sldChg>
      <pc:sldChg chg="new del">
        <pc:chgData name="Weifeng Xu" userId="e7aed605-a3dd-4d5a-a692-a87037af107b" providerId="ADAL" clId="{6B4374A3-947E-4054-9ED4-BE3C4EABE410}" dt="2021-06-28T02:12:10.712" v="2148" actId="47"/>
        <pc:sldMkLst>
          <pc:docMk/>
          <pc:sldMk cId="2596044937" sldId="473"/>
        </pc:sldMkLst>
      </pc:sldChg>
      <pc:sldChg chg="new del">
        <pc:chgData name="Weifeng Xu" userId="e7aed605-a3dd-4d5a-a692-a87037af107b" providerId="ADAL" clId="{6B4374A3-947E-4054-9ED4-BE3C4EABE410}" dt="2021-06-28T02:12:08.774" v="2147" actId="47"/>
        <pc:sldMkLst>
          <pc:docMk/>
          <pc:sldMk cId="2075397677" sldId="474"/>
        </pc:sldMkLst>
      </pc:sldChg>
      <pc:sldChg chg="modSp add mod">
        <pc:chgData name="Weifeng Xu" userId="e7aed605-a3dd-4d5a-a692-a87037af107b" providerId="ADAL" clId="{6B4374A3-947E-4054-9ED4-BE3C4EABE410}" dt="2021-06-28T02:10:10.186" v="2130" actId="1076"/>
        <pc:sldMkLst>
          <pc:docMk/>
          <pc:sldMk cId="2516623109" sldId="475"/>
        </pc:sldMkLst>
      </pc:sldChg>
      <pc:sldChg chg="modSp add mod">
        <pc:chgData name="Weifeng Xu" userId="e7aed605-a3dd-4d5a-a692-a87037af107b" providerId="ADAL" clId="{6B4374A3-947E-4054-9ED4-BE3C4EABE410}" dt="2021-06-28T02:10:20.137" v="2131" actId="1076"/>
        <pc:sldMkLst>
          <pc:docMk/>
          <pc:sldMk cId="3141623341" sldId="476"/>
        </pc:sldMkLst>
      </pc:sldChg>
      <pc:sldChg chg="modSp add mod">
        <pc:chgData name="Weifeng Xu" userId="e7aed605-a3dd-4d5a-a692-a87037af107b" providerId="ADAL" clId="{6B4374A3-947E-4054-9ED4-BE3C4EABE410}" dt="2021-06-28T02:10:28.825" v="2132" actId="1076"/>
        <pc:sldMkLst>
          <pc:docMk/>
          <pc:sldMk cId="4107473677" sldId="477"/>
        </pc:sldMkLst>
      </pc:sldChg>
      <pc:sldChg chg="modSp add mod">
        <pc:chgData name="Weifeng Xu" userId="e7aed605-a3dd-4d5a-a692-a87037af107b" providerId="ADAL" clId="{6B4374A3-947E-4054-9ED4-BE3C4EABE410}" dt="2021-06-28T02:10:32.897" v="2133" actId="1076"/>
        <pc:sldMkLst>
          <pc:docMk/>
          <pc:sldMk cId="1773530336" sldId="478"/>
        </pc:sldMkLst>
      </pc:sldChg>
      <pc:sldChg chg="addSp delSp modSp new del mod modClrScheme chgLayout">
        <pc:chgData name="Weifeng Xu" userId="e7aed605-a3dd-4d5a-a692-a87037af107b" providerId="ADAL" clId="{6B4374A3-947E-4054-9ED4-BE3C4EABE410}" dt="2021-06-28T02:15:37.405" v="2188" actId="47"/>
        <pc:sldMkLst>
          <pc:docMk/>
          <pc:sldMk cId="3328644533" sldId="479"/>
        </pc:sldMkLst>
      </pc:sldChg>
      <pc:sldChg chg="new del">
        <pc:chgData name="Weifeng Xu" userId="e7aed605-a3dd-4d5a-a692-a87037af107b" providerId="ADAL" clId="{6B4374A3-947E-4054-9ED4-BE3C4EABE410}" dt="2021-06-28T02:15:38.082" v="2189" actId="47"/>
        <pc:sldMkLst>
          <pc:docMk/>
          <pc:sldMk cId="3785954803" sldId="480"/>
        </pc:sldMkLst>
      </pc:sldChg>
      <pc:sldChg chg="addSp modSp add mod modClrScheme chgLayout">
        <pc:chgData name="Weifeng Xu" userId="e7aed605-a3dd-4d5a-a692-a87037af107b" providerId="ADAL" clId="{6B4374A3-947E-4054-9ED4-BE3C4EABE410}" dt="2021-06-28T02:15:09.330" v="2187" actId="1076"/>
        <pc:sldMkLst>
          <pc:docMk/>
          <pc:sldMk cId="2418320045" sldId="481"/>
        </pc:sldMkLst>
      </pc:sldChg>
      <pc:sldChg chg="addSp delSp modSp new mod ord modClrScheme chgLayout modNotesTx">
        <pc:chgData name="Weifeng Xu" userId="e7aed605-a3dd-4d5a-a692-a87037af107b" providerId="ADAL" clId="{6B4374A3-947E-4054-9ED4-BE3C4EABE410}" dt="2021-06-28T02:47:11.504" v="2395"/>
        <pc:sldMkLst>
          <pc:docMk/>
          <pc:sldMk cId="1683867025" sldId="482"/>
        </pc:sldMkLst>
      </pc:sldChg>
      <pc:sldChg chg="new del">
        <pc:chgData name="Weifeng Xu" userId="e7aed605-a3dd-4d5a-a692-a87037af107b" providerId="ADAL" clId="{6B4374A3-947E-4054-9ED4-BE3C4EABE410}" dt="2021-06-28T02:56:48.230" v="2412" actId="47"/>
        <pc:sldMkLst>
          <pc:docMk/>
          <pc:sldMk cId="2787378180" sldId="483"/>
        </pc:sldMkLst>
      </pc:sldChg>
      <pc:sldChg chg="addSp delSp modSp new mod ord">
        <pc:chgData name="Weifeng Xu" userId="e7aed605-a3dd-4d5a-a692-a87037af107b" providerId="ADAL" clId="{6B4374A3-947E-4054-9ED4-BE3C4EABE410}" dt="2021-06-28T02:47:11.504" v="2395"/>
        <pc:sldMkLst>
          <pc:docMk/>
          <pc:sldMk cId="3022927922" sldId="484"/>
        </pc:sldMkLst>
      </pc:sldChg>
      <pc:sldChg chg="modSp new del mod">
        <pc:chgData name="Weifeng Xu" userId="e7aed605-a3dd-4d5a-a692-a87037af107b" providerId="ADAL" clId="{6B4374A3-947E-4054-9ED4-BE3C4EABE410}" dt="2021-06-28T02:46:49.132" v="2393" actId="47"/>
        <pc:sldMkLst>
          <pc:docMk/>
          <pc:sldMk cId="695818154" sldId="485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8T03:05:31.851" v="2530" actId="1076"/>
        <pc:sldMkLst>
          <pc:docMk/>
          <pc:sldMk cId="1979037057" sldId="485"/>
        </pc:sldMkLst>
      </pc:sldChg>
      <pc:sldChg chg="modSp add mod">
        <pc:chgData name="Weifeng Xu" userId="e7aed605-a3dd-4d5a-a692-a87037af107b" providerId="ADAL" clId="{6B4374A3-947E-4054-9ED4-BE3C4EABE410}" dt="2021-06-28T15:01:48.822" v="2534" actId="1076"/>
        <pc:sldMkLst>
          <pc:docMk/>
          <pc:sldMk cId="229412847" sldId="486"/>
        </pc:sldMkLst>
      </pc:sldChg>
      <pc:sldChg chg="addSp modSp new mod">
        <pc:chgData name="Weifeng Xu" userId="e7aed605-a3dd-4d5a-a692-a87037af107b" providerId="ADAL" clId="{6B4374A3-947E-4054-9ED4-BE3C4EABE410}" dt="2021-06-28T15:08:17.943" v="2575" actId="1076"/>
        <pc:sldMkLst>
          <pc:docMk/>
          <pc:sldMk cId="127162036" sldId="487"/>
        </pc:sldMkLst>
      </pc:sldChg>
      <pc:sldChg chg="addSp modSp new mod modNotesTx">
        <pc:chgData name="Weifeng Xu" userId="e7aed605-a3dd-4d5a-a692-a87037af107b" providerId="ADAL" clId="{6B4374A3-947E-4054-9ED4-BE3C4EABE410}" dt="2021-06-28T15:22:01.874" v="2619"/>
        <pc:sldMkLst>
          <pc:docMk/>
          <pc:sldMk cId="1436574554" sldId="488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19:32:29.686" v="2637"/>
        <pc:sldMkLst>
          <pc:docMk/>
          <pc:sldMk cId="3579863255" sldId="489"/>
        </pc:sldMkLst>
      </pc:sldChg>
      <pc:sldChg chg="add del">
        <pc:chgData name="Weifeng Xu" userId="e7aed605-a3dd-4d5a-a692-a87037af107b" providerId="ADAL" clId="{6B4374A3-947E-4054-9ED4-BE3C4EABE410}" dt="2021-06-28T19:33:16.195" v="2639" actId="47"/>
        <pc:sldMkLst>
          <pc:docMk/>
          <pc:sldMk cId="366514627" sldId="4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 -q https://raw.githubusercontent.com/frankwxu/digital-forensics-lab/main/Basic_Computer_Skills_for_Forensics/file_carving/usb_image/120M.7z</a:t>
            </a:r>
          </a:p>
          <a:p>
            <a:r>
              <a:rPr lang="en-US" dirty="0"/>
              <a:t>https://github.com/frankwxu/Digital-Forensics-Basic-Book/blob/main/files/120M.7z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3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nw23q14vzsykyup/Ch01InChap01.d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Introduction to Digital Forensics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Chapter 1 • Evidence handling, forensic imaging, analysis, reporting, and Autopsy lab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CD037-F951-4448-9019-DFE9A587D76C}"/>
              </a:ext>
            </a:extLst>
          </p:cNvPr>
          <p:cNvSpPr txBox="1"/>
          <p:nvPr/>
        </p:nvSpPr>
        <p:spPr>
          <a:xfrm>
            <a:off x="3480010" y="6309971"/>
            <a:ext cx="6174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Slides are modified from Guide to Computer Forensics and Investigations. Sixth Edition. Cengage Learning, 2018, ISBN-13: 978-1-337-56894-4. Chapter 1</a:t>
            </a:r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FB64-D68E-4042-BD66-DCA35BB5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4839-B1EE-4CED-B037-255E8EFCA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65157"/>
          </a:xfrm>
        </p:spPr>
        <p:txBody>
          <a:bodyPr/>
          <a:lstStyle/>
          <a:p>
            <a:r>
              <a:rPr lang="en-GB" dirty="0"/>
              <a:t>Define digital forensics and explain why process discipline matters.</a:t>
            </a:r>
          </a:p>
          <a:p>
            <a:r>
              <a:rPr lang="en-GB" dirty="0"/>
              <a:t>Distinguish forensic evidence recovery from ordinary data recovery.</a:t>
            </a:r>
          </a:p>
          <a:p>
            <a:r>
              <a:rPr lang="en-GB" dirty="0"/>
              <a:t>Describe the investigation workflow from collection to reporting.</a:t>
            </a:r>
          </a:p>
          <a:p>
            <a:r>
              <a:rPr lang="en-GB" dirty="0"/>
              <a:t>Use Autopsy to add an image, locate deleted files, tag evidence, search keywords, and generate a report.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9DF5525-466E-81B9-DFAA-E4E39424F593}"/>
              </a:ext>
            </a:extLst>
          </p:cNvPr>
          <p:cNvSpPr/>
          <p:nvPr/>
        </p:nvSpPr>
        <p:spPr>
          <a:xfrm>
            <a:off x="777240" y="5870448"/>
            <a:ext cx="10652760" cy="438912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message: digital forensics is not just finding data; it is finding, preserving, validating, interpreting, and explaining evidence.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444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CEF4A3-942F-8AE3-44DA-1E859288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2E52AC-B2AE-0FAC-BB98-72F37925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digital forensics?</a:t>
            </a:r>
          </a:p>
          <a:p>
            <a:pPr lvl="1"/>
            <a:r>
              <a:rPr lang="en-US" dirty="0"/>
              <a:t>Definition, scope, related disciplines</a:t>
            </a:r>
          </a:p>
          <a:p>
            <a:r>
              <a:rPr lang="en-US" dirty="0"/>
              <a:t>Investigation workflow</a:t>
            </a:r>
          </a:p>
          <a:p>
            <a:pPr lvl="1"/>
            <a:r>
              <a:rPr lang="en-US" dirty="0"/>
              <a:t>Collection, acquisition, analysis, report, review</a:t>
            </a:r>
          </a:p>
          <a:p>
            <a:r>
              <a:rPr lang="en-US" dirty="0"/>
              <a:t>Autopsy lab</a:t>
            </a:r>
          </a:p>
          <a:p>
            <a:pPr lvl="1"/>
            <a:r>
              <a:rPr lang="en-GB" dirty="0"/>
              <a:t>Evidence image, deleted files, keyword search, report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1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0E9B56-71DB-4ACB-86C1-5630CEB6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digital forensics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EA721-57A9-4BB1-B4BC-E169FC49F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B8F364-37CF-4CAD-830C-FF173288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5B4A4-61BB-46C3-9239-E1407675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Digital forensics is the application of computer science and investigative procedures to identify, preserve, examine, </a:t>
            </a:r>
            <a:r>
              <a:rPr lang="en-GB" dirty="0" err="1"/>
              <a:t>analyze</a:t>
            </a:r>
            <a:r>
              <a:rPr lang="en-GB" dirty="0"/>
              <a:t>, and report digital evidence for a legal or organizational purpose.</a:t>
            </a:r>
          </a:p>
          <a:p>
            <a:r>
              <a:rPr lang="en-GB" dirty="0"/>
              <a:t>Evidence value depends on process: authority, integrity, chain of custody, validated methods, repeatability, and reporting.</a:t>
            </a:r>
          </a:p>
          <a:p>
            <a:pPr lvl="1"/>
            <a:r>
              <a:rPr lang="en-GB" dirty="0"/>
              <a:t>Proper search authority or authorization</a:t>
            </a:r>
          </a:p>
          <a:p>
            <a:pPr lvl="1"/>
            <a:r>
              <a:rPr lang="en-GB" dirty="0"/>
              <a:t>Documented chain of custody</a:t>
            </a:r>
          </a:p>
          <a:p>
            <a:pPr lvl="1"/>
            <a:r>
              <a:rPr lang="en-GB" dirty="0"/>
              <a:t>Mathematical validation, such as cryptographic hashes</a:t>
            </a:r>
          </a:p>
          <a:p>
            <a:pPr lvl="1"/>
            <a:r>
              <a:rPr lang="en-GB" dirty="0"/>
              <a:t>Validated tools and repeatable steps</a:t>
            </a:r>
          </a:p>
          <a:p>
            <a:pPr lvl="1"/>
            <a:r>
              <a:rPr lang="en-GB" dirty="0"/>
              <a:t>Clear reporting and possible expert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6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FAAA-12CF-4B85-94B0-90B501F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NIST definition: evidence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8047-2E5D-4D5C-A336-D5830DA33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Identification: determine what devices, accounts, or data may contain evidence.</a:t>
            </a:r>
          </a:p>
          <a:p>
            <a:r>
              <a:rPr lang="en-GB" dirty="0"/>
              <a:t>Collection: preserve and collect relevant sources with minimal alteration.</a:t>
            </a:r>
          </a:p>
          <a:p>
            <a:r>
              <a:rPr lang="en-GB" dirty="0"/>
              <a:t>Examination: process the data so artifacts can be reviewed.</a:t>
            </a:r>
          </a:p>
          <a:p>
            <a:r>
              <a:rPr lang="en-GB" dirty="0"/>
              <a:t>Analysis: interpret artifacts and connect them to case questions.</a:t>
            </a:r>
            <a:endParaRPr lang="en-US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6AEC7B0-AF63-13F9-13FA-3405C26F16D2}"/>
              </a:ext>
            </a:extLst>
          </p:cNvPr>
          <p:cNvSpPr/>
          <p:nvPr/>
        </p:nvSpPr>
        <p:spPr>
          <a:xfrm>
            <a:off x="1090988" y="5192784"/>
            <a:ext cx="9747588" cy="716443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controls must persist across the entire lifecycle: information integrity and strict chain of custody.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104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Forensics and related Disciplines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8182-AC84-BE29-3A7F-39C8109DF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744" y="1825625"/>
            <a:ext cx="4911055" cy="35517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2060"/>
                </a:solidFill>
              </a:rPr>
              <a:t>Vulnerability/Threat Assessment and Risk Management: </a:t>
            </a:r>
          </a:p>
          <a:p>
            <a:r>
              <a:rPr lang="en-GB" dirty="0"/>
              <a:t>identify vulnerabilities, assess threats, and reduce risk before an incident occurs. </a:t>
            </a:r>
          </a:p>
          <a:p>
            <a:pPr marL="0" indent="0">
              <a:buNone/>
            </a:pPr>
            <a:r>
              <a:rPr lang="en-GB" sz="2900" b="1" dirty="0">
                <a:solidFill>
                  <a:srgbClr val="002060"/>
                </a:solidFill>
              </a:rPr>
              <a:t>Network Intrusion Detection and Incident Response</a:t>
            </a:r>
          </a:p>
          <a:p>
            <a:r>
              <a:rPr lang="en-GB" dirty="0"/>
              <a:t>detect attacks, contain and remediate incidents, and preserve relevant evidence. </a:t>
            </a:r>
          </a:p>
          <a:p>
            <a:pPr marL="0" indent="0">
              <a:buNone/>
            </a:pPr>
            <a:r>
              <a:rPr lang="en-GB" sz="2900" b="1" dirty="0">
                <a:solidFill>
                  <a:srgbClr val="002060"/>
                </a:solidFill>
              </a:rPr>
              <a:t>Digital Investigations</a:t>
            </a:r>
          </a:p>
          <a:p>
            <a:r>
              <a:rPr lang="en-GB" dirty="0"/>
              <a:t>collect, preserve, examine, and </a:t>
            </a:r>
            <a:r>
              <a:rPr lang="en-GB" dirty="0" err="1"/>
              <a:t>analyze</a:t>
            </a:r>
            <a:r>
              <a:rPr lang="en-GB" dirty="0"/>
              <a:t> digital evidence to reconstruct and explain what happened.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7</a:t>
            </a:fld>
            <a:endParaRPr lang="en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935FF43-FF39-E29A-E003-1BE1DCD7E43C}"/>
              </a:ext>
            </a:extLst>
          </p:cNvPr>
          <p:cNvSpPr/>
          <p:nvPr/>
        </p:nvSpPr>
        <p:spPr>
          <a:xfrm>
            <a:off x="6526075" y="5455366"/>
            <a:ext cx="4526280" cy="822960"/>
          </a:xfrm>
          <a:prstGeom prst="rect">
            <a:avLst/>
          </a:prstGeom>
          <a:solidFill>
            <a:srgbClr val="FFF5D6"/>
          </a:solidFill>
          <a:ln w="8890">
            <a:solidFill>
              <a:srgbClr val="EBD98B"/>
            </a:solidFill>
          </a:ln>
        </p:spPr>
        <p:txBody>
          <a:bodyPr wrap="square" lIns="1524" tIns="1524" rIns="1524" bIns="152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Investigation/Forensics overlaps with security operations, but its primary focus is producing reliable, traceable, and defensible digital evidence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8BA68-1EE5-C317-44D5-0C16962D9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19" y="2211769"/>
            <a:ext cx="5599652" cy="373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2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29DD-2F9F-4CE0-ABB1-FB1EA223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Investigation Types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4CA2E-548F-4E78-CA76-FC25D0FE7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523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Public-sector</a:t>
            </a:r>
          </a:p>
          <a:p>
            <a:r>
              <a:rPr lang="en-GB" dirty="0"/>
              <a:t>Government-led criminal or civil investigations</a:t>
            </a:r>
          </a:p>
          <a:p>
            <a:r>
              <a:rPr lang="en-GB" dirty="0"/>
              <a:t>Requires legal process and evidentiary discipline</a:t>
            </a:r>
          </a:p>
          <a:p>
            <a:r>
              <a:rPr lang="en-GB" dirty="0"/>
              <a:t>Often supports prosecution or court proceedings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8C1EC-BEBE-12B6-579E-259B782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5943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Private-sector</a:t>
            </a:r>
          </a:p>
          <a:p>
            <a:r>
              <a:rPr lang="en-US" dirty="0"/>
              <a:t>Internal policy, compliance, or incident investigations</a:t>
            </a:r>
          </a:p>
          <a:p>
            <a:r>
              <a:rPr lang="en-US" dirty="0"/>
              <a:t>Examples: harassment, data falsification, embezzlement, sabotage, espionage</a:t>
            </a:r>
          </a:p>
          <a:p>
            <a:r>
              <a:rPr lang="en-US" dirty="0"/>
              <a:t>Results may support HR action, litigation, or remediation</a:t>
            </a:r>
          </a:p>
          <a:p>
            <a:endParaRPr lang="en-US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D0ED027C-CF4F-B39D-346A-E40744EACD9E}"/>
              </a:ext>
            </a:extLst>
          </p:cNvPr>
          <p:cNvSpPr/>
          <p:nvPr/>
        </p:nvSpPr>
        <p:spPr>
          <a:xfrm>
            <a:off x="914400" y="5349240"/>
            <a:ext cx="10515600" cy="502920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context; same need for integrity, documentation, and reproducible findings.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6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EB58-2BF7-4BD2-834E-D2143EE3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forensics vs. data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F2E5-3DD0-4BDB-AA0D-F1A8097AD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3759"/>
            <a:ext cx="10515600" cy="2423203"/>
          </a:xfrm>
        </p:spPr>
        <p:txBody>
          <a:bodyPr>
            <a:normAutofit/>
          </a:bodyPr>
          <a:lstStyle/>
          <a:p>
            <a:r>
              <a:rPr lang="en-GB" dirty="0"/>
              <a:t>Forensic work preserves the original media whenever possible.</a:t>
            </a:r>
          </a:p>
          <a:p>
            <a:r>
              <a:rPr lang="en-GB" dirty="0"/>
              <a:t>Examiners often start without knowing whether evidence exists.</a:t>
            </a:r>
          </a:p>
          <a:p>
            <a:r>
              <a:rPr lang="en-GB" dirty="0"/>
              <a:t>The final product must be explainable, repeatable, and defensible.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D395A-E1A7-286A-082A-6A98A1779F30}"/>
              </a:ext>
            </a:extLst>
          </p:cNvPr>
          <p:cNvSpPr txBox="1"/>
          <p:nvPr/>
        </p:nvSpPr>
        <p:spPr>
          <a:xfrm>
            <a:off x="1055076" y="1721950"/>
            <a:ext cx="90033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</a:rPr>
              <a:t>Data recovery asks: “Can we get the data back?”</a:t>
            </a:r>
          </a:p>
          <a:p>
            <a:pPr marL="0" indent="0">
              <a:buNone/>
            </a:pPr>
            <a:endParaRPr lang="en-US" sz="2400" b="1" dirty="0">
              <a:solidFill>
                <a:srgbClr val="1F2937"/>
              </a:solidFill>
              <a:latin typeface="Aptos Display" pitchFamily="34" charset="0"/>
            </a:endParaRPr>
          </a:p>
          <a:p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forensics asks: “Can we prove where the data came from, what it means, and whether it is reliable evidence?”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251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D8D0B5-0670-4074-BAAE-FEECCF2E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digital investigation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F1F77-869D-4DBA-BF70-52E6B188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defensible investigation moves evidence through a controlled 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9D4B4-66EE-4BC9-A009-9742D913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Investigation workflow: from source to report</a:t>
            </a:r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159238-80B6-FB89-5267-71B2383E1631}"/>
              </a:ext>
            </a:extLst>
          </p:cNvPr>
          <p:cNvSpPr/>
          <p:nvPr/>
        </p:nvSpPr>
        <p:spPr>
          <a:xfrm>
            <a:off x="2676144" y="2745936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FCFA341-52EF-1917-9761-B6C1F20D6DA8}"/>
              </a:ext>
            </a:extLst>
          </p:cNvPr>
          <p:cNvSpPr/>
          <p:nvPr/>
        </p:nvSpPr>
        <p:spPr>
          <a:xfrm>
            <a:off x="4733544" y="2745936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416A4E1-AB36-B9B9-2BF6-2E5BB64DB565}"/>
              </a:ext>
            </a:extLst>
          </p:cNvPr>
          <p:cNvSpPr/>
          <p:nvPr/>
        </p:nvSpPr>
        <p:spPr>
          <a:xfrm>
            <a:off x="6790944" y="2745936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676B6C0-AB5A-913B-96D3-CC348DF950A7}"/>
              </a:ext>
            </a:extLst>
          </p:cNvPr>
          <p:cNvSpPr/>
          <p:nvPr/>
        </p:nvSpPr>
        <p:spPr>
          <a:xfrm>
            <a:off x="8848344" y="2745936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4D56103-F00D-1C7B-BA16-0FF612BBDA4C}"/>
              </a:ext>
            </a:extLst>
          </p:cNvPr>
          <p:cNvSpPr/>
          <p:nvPr/>
        </p:nvSpPr>
        <p:spPr>
          <a:xfrm>
            <a:off x="947928" y="2288736"/>
            <a:ext cx="1600200" cy="91440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authorize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520A10AD-EBEA-7D7F-0836-A2309EDD4DB1}"/>
              </a:ext>
            </a:extLst>
          </p:cNvPr>
          <p:cNvSpPr/>
          <p:nvPr/>
        </p:nvSpPr>
        <p:spPr>
          <a:xfrm>
            <a:off x="838200" y="3431736"/>
            <a:ext cx="1828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and authority</a:t>
            </a:r>
            <a:endParaRPr lang="en-US" sz="14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F5A9F0D-7D41-FAA0-6C1A-815756E6EAAA}"/>
              </a:ext>
            </a:extLst>
          </p:cNvPr>
          <p:cNvSpPr/>
          <p:nvPr/>
        </p:nvSpPr>
        <p:spPr>
          <a:xfrm>
            <a:off x="3005328" y="2288736"/>
            <a:ext cx="1600200" cy="91440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Preserve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</a:t>
            </a:r>
            <a:endParaRPr lang="en-US" sz="16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0069AAF-E820-AF8C-441D-BCCBB2C16733}"/>
              </a:ext>
            </a:extLst>
          </p:cNvPr>
          <p:cNvSpPr/>
          <p:nvPr/>
        </p:nvSpPr>
        <p:spPr>
          <a:xfrm>
            <a:off x="2895600" y="3431736"/>
            <a:ext cx="1828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Custody and packaging</a:t>
            </a:r>
            <a:endParaRPr lang="en-US" sz="14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3CF6757-684A-514E-6B7E-226FB391B8EC}"/>
              </a:ext>
            </a:extLst>
          </p:cNvPr>
          <p:cNvSpPr/>
          <p:nvPr/>
        </p:nvSpPr>
        <p:spPr>
          <a:xfrm>
            <a:off x="5062728" y="2288736"/>
            <a:ext cx="1600200" cy="91440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</a:t>
            </a:r>
            <a:endParaRPr lang="en-US" sz="16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B1E16A8E-A81D-B416-E979-F938495534C1}"/>
              </a:ext>
            </a:extLst>
          </p:cNvPr>
          <p:cNvSpPr/>
          <p:nvPr/>
        </p:nvSpPr>
        <p:spPr>
          <a:xfrm>
            <a:off x="4953000" y="3431736"/>
            <a:ext cx="1828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Bit-stream copy + hash</a:t>
            </a:r>
            <a:endParaRPr lang="en-US" sz="14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21AE478D-7A77-795A-ADB9-1FA2FE42EAFA}"/>
              </a:ext>
            </a:extLst>
          </p:cNvPr>
          <p:cNvSpPr/>
          <p:nvPr/>
        </p:nvSpPr>
        <p:spPr>
          <a:xfrm>
            <a:off x="7120128" y="2288736"/>
            <a:ext cx="1600200" cy="91440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Examine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analyze</a:t>
            </a:r>
            <a:endParaRPr lang="en-US" sz="16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D56AA9CE-1B01-8694-85DB-420D95580DED}"/>
              </a:ext>
            </a:extLst>
          </p:cNvPr>
          <p:cNvSpPr/>
          <p:nvPr/>
        </p:nvSpPr>
        <p:spPr>
          <a:xfrm>
            <a:off x="7010400" y="3431736"/>
            <a:ext cx="1828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and interpretation</a:t>
            </a:r>
            <a:endParaRPr lang="en-US" sz="140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06C41258-E3E5-8B08-35F5-2F2FEFBAAA0A}"/>
              </a:ext>
            </a:extLst>
          </p:cNvPr>
          <p:cNvSpPr/>
          <p:nvPr/>
        </p:nvSpPr>
        <p:spPr>
          <a:xfrm>
            <a:off x="9177528" y="2288736"/>
            <a:ext cx="1600200" cy="91440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</a:t>
            </a:r>
            <a:endParaRPr lang="en-US" sz="16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0245A6CA-224D-E972-3182-3BC9B4D32220}"/>
              </a:ext>
            </a:extLst>
          </p:cNvPr>
          <p:cNvSpPr/>
          <p:nvPr/>
        </p:nvSpPr>
        <p:spPr>
          <a:xfrm>
            <a:off x="9067800" y="3431736"/>
            <a:ext cx="1828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and critique</a:t>
            </a:r>
            <a:endParaRPr lang="en-US" sz="14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2F983A6C-9129-CC6C-4732-4396927911DE}"/>
              </a:ext>
            </a:extLst>
          </p:cNvPr>
          <p:cNvSpPr/>
          <p:nvPr/>
        </p:nvSpPr>
        <p:spPr>
          <a:xfrm>
            <a:off x="1017954" y="4362719"/>
            <a:ext cx="9966960" cy="594360"/>
          </a:xfrm>
          <a:prstGeom prst="rect">
            <a:avLst/>
          </a:prstGeom>
          <a:solidFill>
            <a:srgbClr val="FFF5D6"/>
          </a:solidFill>
          <a:ln w="8890">
            <a:solidFill>
              <a:srgbClr val="EBD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values, notes, tool versions, timestamps, and custody records connect every step.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4219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9F5C-EBD9-061F-8852-F0D246E3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0C774-CB24-5B9B-D089-3AC1E5C2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Gather the evidence media using documented procedures.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Acquire a forensic image of the evidence media.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Analyze the image and relevant artifacts.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Produce a final report with findings and methods.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Critique the case to improve future performance.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71C4491-20E5-C94E-3D5D-D0E44F642AE7}"/>
              </a:ext>
            </a:extLst>
          </p:cNvPr>
          <p:cNvSpPr/>
          <p:nvPr/>
        </p:nvSpPr>
        <p:spPr>
          <a:xfrm>
            <a:off x="838200" y="5318760"/>
            <a:ext cx="10332720" cy="502920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step should preserve evidence integrity and create documentation that another examiner can follow.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331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66B6-0BF2-4D95-B499-790915C7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GB" dirty="0"/>
              <a:t>Procedure of </a:t>
            </a:r>
            <a:r>
              <a:rPr lang="en-US" dirty="0"/>
              <a:t>gathering the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94C51-F5B8-4ED6-BBD0-7FE91C77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0"/>
            <a:ext cx="6204811" cy="2818515"/>
          </a:xfrm>
        </p:spPr>
        <p:txBody>
          <a:bodyPr>
            <a:normAutofit fontScale="92500"/>
          </a:bodyPr>
          <a:lstStyle/>
          <a:p>
            <a:r>
              <a:rPr lang="en-GB" sz="2400" dirty="0"/>
              <a:t>Interview the responsible custodian or IT manager.</a:t>
            </a:r>
          </a:p>
          <a:p>
            <a:r>
              <a:rPr lang="en-GB" sz="2400" dirty="0"/>
              <a:t>Complete the evidence form and obtain signatures.</a:t>
            </a:r>
          </a:p>
          <a:p>
            <a:r>
              <a:rPr lang="en-GB" sz="2400" dirty="0"/>
              <a:t>Place evidence in a secure, </a:t>
            </a:r>
            <a:r>
              <a:rPr lang="en-GB" sz="2400" dirty="0" err="1"/>
              <a:t>labeled</a:t>
            </a:r>
            <a:r>
              <a:rPr lang="en-GB" sz="2400" dirty="0"/>
              <a:t> container.</a:t>
            </a:r>
          </a:p>
          <a:p>
            <a:r>
              <a:rPr lang="en-GB" sz="2400" dirty="0"/>
              <a:t>Transport to the forensic lab and complete custody documentation.</a:t>
            </a:r>
          </a:p>
          <a:p>
            <a:r>
              <a:rPr lang="en-GB" sz="2400" dirty="0"/>
              <a:t>Lock the container and control access.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 6">
            <a:extLst>
              <a:ext uri="{FF2B5EF4-FFF2-40B4-BE49-F238E27FC236}">
                <a16:creationId xmlns:a16="http://schemas.microsoft.com/office/drawing/2014/main" id="{83EAF8D6-702A-4A95-2A11-F593051DA132}"/>
              </a:ext>
            </a:extLst>
          </p:cNvPr>
          <p:cNvSpPr/>
          <p:nvPr/>
        </p:nvSpPr>
        <p:spPr>
          <a:xfrm>
            <a:off x="7348439" y="413169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form example</a:t>
            </a:r>
            <a:endParaRPr lang="en-US" sz="1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813A323-9433-0AE5-707B-43A91F5561EF}"/>
              </a:ext>
            </a:extLst>
          </p:cNvPr>
          <p:cNvSpPr/>
          <p:nvPr/>
        </p:nvSpPr>
        <p:spPr>
          <a:xfrm>
            <a:off x="9725879" y="600621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security bag example</a:t>
            </a:r>
            <a:endParaRPr lang="en-US" sz="10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5D841CB-E221-9F0E-B913-BB346BB79301}"/>
              </a:ext>
            </a:extLst>
          </p:cNvPr>
          <p:cNvSpPr/>
          <p:nvPr/>
        </p:nvSpPr>
        <p:spPr>
          <a:xfrm>
            <a:off x="670705" y="6045172"/>
            <a:ext cx="10652760" cy="475488"/>
          </a:xfrm>
          <a:prstGeom prst="rect">
            <a:avLst/>
          </a:prstGeom>
          <a:solidFill>
            <a:srgbClr val="FFF5D6"/>
          </a:solidFill>
          <a:ln w="8890">
            <a:solidFill>
              <a:srgbClr val="EBD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“just take the device.” Document who transferred it, when, where, why, and under what authority.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E1759E57-5516-191A-F25C-D9A6F809D03B}"/>
              </a:ext>
            </a:extLst>
          </p:cNvPr>
          <p:cNvSpPr/>
          <p:nvPr/>
        </p:nvSpPr>
        <p:spPr>
          <a:xfrm>
            <a:off x="9780348" y="5635489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security bag example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EC97-336E-51D8-A7F9-058093085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585" y="1639863"/>
            <a:ext cx="1965965" cy="2118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57932C-B694-4324-12B1-E497C72DE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275" y="3009749"/>
            <a:ext cx="1610015" cy="245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7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B534A7-A744-65BC-93DB-5D7AC3E8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Acquisition: forensic image vs. backup copy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4C9AE97-9F79-9483-7D91-00EEAB6C2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Forensic image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F4EFC00-17C0-C5AF-B82C-E4B7929F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6"/>
            <a:ext cx="5157787" cy="228575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Bit-by-bit copy of the storage medium</a:t>
            </a:r>
          </a:p>
          <a:p>
            <a:r>
              <a:rPr lang="en-GB" dirty="0"/>
              <a:t>Includes deleted files, slack/unallocated space, and fragments</a:t>
            </a:r>
          </a:p>
          <a:p>
            <a:r>
              <a:rPr lang="en-GB" dirty="0"/>
              <a:t>Validated with hash values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404D1A9-907F-4C3A-F7A1-D6C9C8B03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 copy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69B5F11-68C3-96D2-C6F6-04D3B0D9F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67176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Copies selected known files</a:t>
            </a:r>
          </a:p>
          <a:p>
            <a:r>
              <a:rPr lang="en-GB" dirty="0"/>
              <a:t>Typically misses deleted files and fragments</a:t>
            </a:r>
          </a:p>
          <a:p>
            <a:r>
              <a:rPr lang="en-GB" dirty="0"/>
              <a:t>Useful for restoration, not sufficient by itself for forensic evidence</a:t>
            </a:r>
          </a:p>
          <a:p>
            <a:endParaRPr lang="en-US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224703FD-5020-1A3B-4B8C-39BE7138AB06}"/>
              </a:ext>
            </a:extLst>
          </p:cNvPr>
          <p:cNvSpPr/>
          <p:nvPr/>
        </p:nvSpPr>
        <p:spPr>
          <a:xfrm>
            <a:off x="6464808" y="5128855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0FFD7F4-95AB-7472-9162-8135F30C5151}"/>
              </a:ext>
            </a:extLst>
          </p:cNvPr>
          <p:cNvSpPr/>
          <p:nvPr/>
        </p:nvSpPr>
        <p:spPr>
          <a:xfrm>
            <a:off x="1344168" y="5176837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E014BDDC-DB5B-20BB-2B0A-1382E3A07F6B}"/>
              </a:ext>
            </a:extLst>
          </p:cNvPr>
          <p:cNvSpPr/>
          <p:nvPr/>
        </p:nvSpPr>
        <p:spPr>
          <a:xfrm>
            <a:off x="6757416" y="5128855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88E2889B-0D78-4182-8781-73CC983E8616}"/>
              </a:ext>
            </a:extLst>
          </p:cNvPr>
          <p:cNvSpPr/>
          <p:nvPr/>
        </p:nvSpPr>
        <p:spPr>
          <a:xfrm>
            <a:off x="7050024" y="5128855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2DCE945-D084-BE78-1BA1-BD0CACAD1897}"/>
              </a:ext>
            </a:extLst>
          </p:cNvPr>
          <p:cNvSpPr/>
          <p:nvPr/>
        </p:nvSpPr>
        <p:spPr>
          <a:xfrm>
            <a:off x="1929384" y="5176837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7D76B303-4D51-BBEB-8512-74A8DCA78EAC}"/>
              </a:ext>
            </a:extLst>
          </p:cNvPr>
          <p:cNvSpPr/>
          <p:nvPr/>
        </p:nvSpPr>
        <p:spPr>
          <a:xfrm>
            <a:off x="7342632" y="5128855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B0EF12D4-462A-5203-CE90-EDA855735878}"/>
              </a:ext>
            </a:extLst>
          </p:cNvPr>
          <p:cNvSpPr/>
          <p:nvPr/>
        </p:nvSpPr>
        <p:spPr>
          <a:xfrm>
            <a:off x="2221992" y="5176837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36B76D6B-66D9-2753-851F-A4D810211C3D}"/>
              </a:ext>
            </a:extLst>
          </p:cNvPr>
          <p:cNvSpPr/>
          <p:nvPr/>
        </p:nvSpPr>
        <p:spPr>
          <a:xfrm>
            <a:off x="7635240" y="5128855"/>
            <a:ext cx="237744" cy="237744"/>
          </a:xfrm>
          <a:prstGeom prst="rect">
            <a:avLst/>
          </a:prstGeom>
          <a:solidFill>
            <a:srgbClr val="0067A0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96993FA8-2354-CC78-F291-2FFF0C19EF34}"/>
              </a:ext>
            </a:extLst>
          </p:cNvPr>
          <p:cNvSpPr/>
          <p:nvPr/>
        </p:nvSpPr>
        <p:spPr>
          <a:xfrm>
            <a:off x="2514600" y="5176837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E963BC7-D752-4DF4-1A6B-17D42DF3FFEE}"/>
              </a:ext>
            </a:extLst>
          </p:cNvPr>
          <p:cNvSpPr/>
          <p:nvPr/>
        </p:nvSpPr>
        <p:spPr>
          <a:xfrm>
            <a:off x="7927848" y="5128855"/>
            <a:ext cx="237744" cy="237744"/>
          </a:xfrm>
          <a:prstGeom prst="rect">
            <a:avLst/>
          </a:prstGeom>
          <a:solidFill>
            <a:srgbClr val="0067A0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5401B8A8-5FCA-5A02-8825-63FBE26D4A4D}"/>
              </a:ext>
            </a:extLst>
          </p:cNvPr>
          <p:cNvSpPr/>
          <p:nvPr/>
        </p:nvSpPr>
        <p:spPr>
          <a:xfrm>
            <a:off x="2807208" y="5176837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FB3D681-0CAE-CE9C-236D-85BC5DF0A73B}"/>
              </a:ext>
            </a:extLst>
          </p:cNvPr>
          <p:cNvSpPr/>
          <p:nvPr/>
        </p:nvSpPr>
        <p:spPr>
          <a:xfrm>
            <a:off x="8220456" y="5128855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E0AE03B-E686-219C-DDB7-8D31B7697C5C}"/>
              </a:ext>
            </a:extLst>
          </p:cNvPr>
          <p:cNvSpPr/>
          <p:nvPr/>
        </p:nvSpPr>
        <p:spPr>
          <a:xfrm>
            <a:off x="3099816" y="5176837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6571E3E-C0BF-BAC9-1F30-FA8DA016C343}"/>
              </a:ext>
            </a:extLst>
          </p:cNvPr>
          <p:cNvSpPr/>
          <p:nvPr/>
        </p:nvSpPr>
        <p:spPr>
          <a:xfrm>
            <a:off x="8513064" y="5128855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793227E-39BF-F35F-65FC-ED8BEF42D9A4}"/>
              </a:ext>
            </a:extLst>
          </p:cNvPr>
          <p:cNvSpPr/>
          <p:nvPr/>
        </p:nvSpPr>
        <p:spPr>
          <a:xfrm>
            <a:off x="3392424" y="5176837"/>
            <a:ext cx="237744" cy="237744"/>
          </a:xfrm>
          <a:prstGeom prst="rect">
            <a:avLst/>
          </a:prstGeom>
          <a:solidFill>
            <a:srgbClr val="0067A0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737F1368-95D4-74FC-C96E-7037C3C1F40C}"/>
              </a:ext>
            </a:extLst>
          </p:cNvPr>
          <p:cNvSpPr/>
          <p:nvPr/>
        </p:nvSpPr>
        <p:spPr>
          <a:xfrm>
            <a:off x="8805672" y="5128855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1CDC9A1C-87D0-47AC-DB1A-EC54102857E9}"/>
              </a:ext>
            </a:extLst>
          </p:cNvPr>
          <p:cNvSpPr/>
          <p:nvPr/>
        </p:nvSpPr>
        <p:spPr>
          <a:xfrm>
            <a:off x="3685032" y="5176837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B023E8CE-F0D7-8F5E-04CC-C5A952555D36}"/>
              </a:ext>
            </a:extLst>
          </p:cNvPr>
          <p:cNvSpPr/>
          <p:nvPr/>
        </p:nvSpPr>
        <p:spPr>
          <a:xfrm>
            <a:off x="9098280" y="5128855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53FAD6D8-3968-BDCA-F457-1434496249CF}"/>
              </a:ext>
            </a:extLst>
          </p:cNvPr>
          <p:cNvSpPr/>
          <p:nvPr/>
        </p:nvSpPr>
        <p:spPr>
          <a:xfrm>
            <a:off x="3977640" y="5176837"/>
            <a:ext cx="237744" cy="237744"/>
          </a:xfrm>
          <a:prstGeom prst="rect">
            <a:avLst/>
          </a:prstGeom>
          <a:solidFill>
            <a:schemeClr val="accent2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1A55102F-46A7-5338-CCA3-633D2371C88C}"/>
              </a:ext>
            </a:extLst>
          </p:cNvPr>
          <p:cNvSpPr/>
          <p:nvPr/>
        </p:nvSpPr>
        <p:spPr>
          <a:xfrm>
            <a:off x="9390888" y="5128855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920BC5AE-7DB3-F25F-1CD6-63388889E409}"/>
              </a:ext>
            </a:extLst>
          </p:cNvPr>
          <p:cNvSpPr/>
          <p:nvPr/>
        </p:nvSpPr>
        <p:spPr>
          <a:xfrm>
            <a:off x="4270248" y="5176837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C7405AD7-8430-F866-71EA-711A35EF6225}"/>
              </a:ext>
            </a:extLst>
          </p:cNvPr>
          <p:cNvSpPr/>
          <p:nvPr/>
        </p:nvSpPr>
        <p:spPr>
          <a:xfrm>
            <a:off x="9683496" y="5128855"/>
            <a:ext cx="237744" cy="237744"/>
          </a:xfrm>
          <a:prstGeom prst="rect">
            <a:avLst/>
          </a:prstGeom>
          <a:solidFill>
            <a:srgbClr val="D8DEE9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895B59ED-834C-669F-8DC0-CB1EEEED0812}"/>
              </a:ext>
            </a:extLst>
          </p:cNvPr>
          <p:cNvSpPr/>
          <p:nvPr/>
        </p:nvSpPr>
        <p:spPr>
          <a:xfrm>
            <a:off x="1051560" y="5725477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Forensic imaging preserves the whole address space; a backup usually preserves only selected live files.</a:t>
            </a:r>
            <a:endParaRPr lang="en-US" sz="1400" dirty="0"/>
          </a:p>
        </p:txBody>
      </p:sp>
      <p:sp>
        <p:nvSpPr>
          <p:cNvPr id="3" name="Text 19">
            <a:extLst>
              <a:ext uri="{FF2B5EF4-FFF2-40B4-BE49-F238E27FC236}">
                <a16:creationId xmlns:a16="http://schemas.microsoft.com/office/drawing/2014/main" id="{FA5DA5CC-58C8-EE06-83D2-427FE505F031}"/>
              </a:ext>
            </a:extLst>
          </p:cNvPr>
          <p:cNvSpPr/>
          <p:nvPr/>
        </p:nvSpPr>
        <p:spPr>
          <a:xfrm>
            <a:off x="1625655" y="5176837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7FA85C5A-2899-62A7-F7FD-AC14E05347B2}"/>
              </a:ext>
            </a:extLst>
          </p:cNvPr>
          <p:cNvSpPr/>
          <p:nvPr/>
        </p:nvSpPr>
        <p:spPr>
          <a:xfrm>
            <a:off x="4544568" y="5176837"/>
            <a:ext cx="237744" cy="237744"/>
          </a:xfrm>
          <a:prstGeom prst="rect">
            <a:avLst/>
          </a:prstGeom>
          <a:solidFill>
            <a:srgbClr val="C62828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8C647E45-7C20-1FF8-E08D-F2441758C92E}"/>
              </a:ext>
            </a:extLst>
          </p:cNvPr>
          <p:cNvSpPr/>
          <p:nvPr/>
        </p:nvSpPr>
        <p:spPr>
          <a:xfrm>
            <a:off x="1060428" y="5189422"/>
            <a:ext cx="237744" cy="237744"/>
          </a:xfrm>
          <a:prstGeom prst="rect">
            <a:avLst/>
          </a:prstGeom>
          <a:solidFill>
            <a:srgbClr val="0067A0"/>
          </a:solidFill>
          <a:ln w="5080">
            <a:solidFill>
              <a:srgbClr val="AAB6C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56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4EF0-CA0E-43A9-B180-453B9F07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digital Evidence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0AC8E-1AA4-4A37-956A-DD86BF0CE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7760" cy="2212975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Operating-system artifacts and user profiles</a:t>
            </a:r>
          </a:p>
          <a:p>
            <a:r>
              <a:rPr lang="en-GB" dirty="0"/>
              <a:t>Application data, logs, configuration files, and metadata</a:t>
            </a:r>
          </a:p>
          <a:p>
            <a:r>
              <a:rPr lang="en-GB" dirty="0"/>
              <a:t>Deleted files and file fragments</a:t>
            </a:r>
          </a:p>
          <a:p>
            <a:r>
              <a:rPr lang="en-GB" dirty="0"/>
              <a:t>Memory or volatile artifacts when collected</a:t>
            </a:r>
          </a:p>
          <a:p>
            <a:endParaRPr lang="en-US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1C1C8516-1682-9E69-5B78-72493E31C71B}"/>
              </a:ext>
            </a:extLst>
          </p:cNvPr>
          <p:cNvSpPr/>
          <p:nvPr/>
        </p:nvSpPr>
        <p:spPr>
          <a:xfrm>
            <a:off x="838200" y="5001577"/>
            <a:ext cx="4749800" cy="502920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turns artifacts into answers to case questions.</a:t>
            </a:r>
            <a:endParaRPr lang="en-US" sz="1800" dirty="0"/>
          </a:p>
        </p:txBody>
      </p:sp>
      <p:pic>
        <p:nvPicPr>
          <p:cNvPr id="8" name="Image 0" descr="/mnt/data/ch1_assets/s13_3.jpg">
            <a:extLst>
              <a:ext uri="{FF2B5EF4-FFF2-40B4-BE49-F238E27FC236}">
                <a16:creationId xmlns:a16="http://schemas.microsoft.com/office/drawing/2014/main" id="{C26DE949-0286-D30E-69BD-AD5A1C095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43" y="1661921"/>
            <a:ext cx="1234440" cy="123444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150330E8-6DE1-EC6D-690D-FFE6C96CE9BC}"/>
              </a:ext>
            </a:extLst>
          </p:cNvPr>
          <p:cNvSpPr/>
          <p:nvPr/>
        </p:nvSpPr>
        <p:spPr>
          <a:xfrm>
            <a:off x="6096000" y="2948738"/>
            <a:ext cx="2468879" cy="443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can contain volatile evidence.</a:t>
            </a:r>
            <a:endParaRPr lang="en-US" sz="1100" dirty="0"/>
          </a:p>
        </p:txBody>
      </p:sp>
      <p:pic>
        <p:nvPicPr>
          <p:cNvPr id="12" name="Image 1" descr="/mnt/data/ch1_assets/s13_2.jpg">
            <a:extLst>
              <a:ext uri="{FF2B5EF4-FFF2-40B4-BE49-F238E27FC236}">
                <a16:creationId xmlns:a16="http://schemas.microsoft.com/office/drawing/2014/main" id="{8FDA501D-D872-B889-1787-37D010E43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460" y="1640225"/>
            <a:ext cx="1920240" cy="1277832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1F0ED81F-053D-0C5D-4A88-E506EB21B712}"/>
              </a:ext>
            </a:extLst>
          </p:cNvPr>
          <p:cNvSpPr/>
          <p:nvPr/>
        </p:nvSpPr>
        <p:spPr>
          <a:xfrm>
            <a:off x="8614383" y="2932112"/>
            <a:ext cx="2431365" cy="422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Deleted files may remain recoverable.</a:t>
            </a:r>
            <a:endParaRPr lang="en-US" sz="1100" dirty="0"/>
          </a:p>
        </p:txBody>
      </p:sp>
      <p:pic>
        <p:nvPicPr>
          <p:cNvPr id="16" name="Image 2" descr="/mnt/data/ch1_assets/s13_1.png">
            <a:extLst>
              <a:ext uri="{FF2B5EF4-FFF2-40B4-BE49-F238E27FC236}">
                <a16:creationId xmlns:a16="http://schemas.microsoft.com/office/drawing/2014/main" id="{00569A00-E099-282D-2605-0379ECC3D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901" y="3497089"/>
            <a:ext cx="2794268" cy="1822640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70BF06EF-AF23-FAB7-A5A5-E6BBDF3B79C9}"/>
              </a:ext>
            </a:extLst>
          </p:cNvPr>
          <p:cNvSpPr/>
          <p:nvPr/>
        </p:nvSpPr>
        <p:spPr>
          <a:xfrm>
            <a:off x="6713680" y="545319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Fragments can break continuity and complicate recovery.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631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2701-40E3-4036-9127-3D1258EA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report: methods +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6E82-437E-4833-9087-89C484E7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60590"/>
          </a:xfrm>
        </p:spPr>
        <p:txBody>
          <a:bodyPr>
            <a:normAutofit fontScale="92500"/>
          </a:bodyPr>
          <a:lstStyle/>
          <a:p>
            <a:r>
              <a:rPr lang="en-GB" dirty="0"/>
              <a:t>Document the scope, evidence items, tools, versions, and procedures.</a:t>
            </a:r>
          </a:p>
          <a:p>
            <a:r>
              <a:rPr lang="en-GB" dirty="0"/>
              <a:t>Report repeatable findings and the evidence that supports them.</a:t>
            </a:r>
          </a:p>
          <a:p>
            <a:r>
              <a:rPr lang="en-GB" dirty="0"/>
              <a:t>Address who, what, when, where, why, and how when the evidence permits.</a:t>
            </a:r>
          </a:p>
          <a:p>
            <a:r>
              <a:rPr lang="en-GB" dirty="0"/>
              <a:t>Separate conclusions from assumptions, uncertainties, and limitations.</a:t>
            </a:r>
          </a:p>
          <a:p>
            <a:r>
              <a:rPr lang="en-GB" dirty="0"/>
              <a:t>Optional: formalize artifacts and relationships, for example with STIX-style representation.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70C86A1-8B7F-671F-2773-F51AAA2D40BF}"/>
              </a:ext>
            </a:extLst>
          </p:cNvPr>
          <p:cNvSpPr/>
          <p:nvPr/>
        </p:nvSpPr>
        <p:spPr>
          <a:xfrm>
            <a:off x="838200" y="5428176"/>
            <a:ext cx="10424160" cy="502920"/>
          </a:xfrm>
          <a:prstGeom prst="rect">
            <a:avLst/>
          </a:prstGeom>
          <a:solidFill>
            <a:srgbClr val="FFF5D6"/>
          </a:solidFill>
          <a:ln w="8890">
            <a:solidFill>
              <a:srgbClr val="EBD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report is defensible: another examiner can understand how each conclusion was reached.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5684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7B20-9887-4699-BE91-36536B3B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critique: improve the next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2BB87-299E-48DA-985F-780031969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0498"/>
          </a:xfrm>
        </p:spPr>
        <p:txBody>
          <a:bodyPr/>
          <a:lstStyle/>
          <a:p>
            <a:r>
              <a:rPr lang="en-GB" dirty="0"/>
              <a:t>Were the results expected? What changed during the case?</a:t>
            </a:r>
          </a:p>
          <a:p>
            <a:r>
              <a:rPr lang="en-GB" dirty="0"/>
              <a:t>Was the documentation complete enough for review?</a:t>
            </a:r>
          </a:p>
          <a:p>
            <a:r>
              <a:rPr lang="en-GB" dirty="0"/>
              <a:t>What feedback came from the requesting source?</a:t>
            </a:r>
          </a:p>
          <a:p>
            <a:r>
              <a:rPr lang="en-GB" dirty="0"/>
              <a:t>Did the case reveal new problems, tool limitations, or training gaps?</a:t>
            </a:r>
          </a:p>
          <a:p>
            <a:r>
              <a:rPr lang="en-GB" dirty="0"/>
              <a:t>Should any procedures, checklists, or lab practices be updated?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3C5EC65-AA57-52C5-887D-800B4A1EA32D}"/>
              </a:ext>
            </a:extLst>
          </p:cNvPr>
          <p:cNvSpPr/>
          <p:nvPr/>
        </p:nvSpPr>
        <p:spPr>
          <a:xfrm>
            <a:off x="1021080" y="5185899"/>
            <a:ext cx="10149840" cy="502920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Critique is quality assurance, not blame. It converts case experience into better forensic practice.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25734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C36355-1881-4C0F-B035-EA373545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Autopsy 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38285-F64D-46CA-BF2D-681F70F90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Hands-on workflow: create a case, add an evidence image, find artifacts, and generate a report.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9DA9E7F-3F7D-4496-B904-CB1222D5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656" y="3629978"/>
            <a:ext cx="2845842" cy="84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6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scenario and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87237"/>
          </a:xfrm>
        </p:spPr>
        <p:txBody>
          <a:bodyPr>
            <a:normAutofit/>
          </a:bodyPr>
          <a:lstStyle/>
          <a:p>
            <a:r>
              <a:rPr lang="en-GB" dirty="0"/>
              <a:t>Starting point: a forensic disk image from the textbook lab dataset.</a:t>
            </a:r>
          </a:p>
          <a:p>
            <a:r>
              <a:rPr lang="en-GB" dirty="0"/>
              <a:t>Main tasks: recover Word files and images, search keywords, and document findings.</a:t>
            </a:r>
          </a:p>
          <a:p>
            <a:r>
              <a:rPr lang="en-GB" dirty="0"/>
              <a:t>Evidence handling goal: verify the file and work from an image rather than the original source.</a:t>
            </a:r>
          </a:p>
          <a:p>
            <a:r>
              <a:rPr lang="en-GB" dirty="0"/>
              <a:t>Reporting goal: tag relevant items so they appear clearly in the report.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3D36FA2-3AF8-72E8-CC17-52F6BCCA4855}"/>
              </a:ext>
            </a:extLst>
          </p:cNvPr>
          <p:cNvSpPr/>
          <p:nvPr/>
        </p:nvSpPr>
        <p:spPr>
          <a:xfrm>
            <a:off x="838200" y="5422705"/>
            <a:ext cx="10424160" cy="566928"/>
          </a:xfrm>
          <a:prstGeom prst="rect">
            <a:avLst/>
          </a:prstGeom>
          <a:solidFill>
            <a:srgbClr val="FFF5D6"/>
          </a:solidFill>
          <a:ln w="8890">
            <a:solidFill>
              <a:srgbClr val="EBD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real case, record the acquisition source, hash values, examiner, time zone, tool version, and case notes.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591311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505E-8E10-4ECD-8634-E9F5E9E8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Verify the evidence hash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F93CEF9-F00C-4169-9A97-BD6D4870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3" y="1842233"/>
            <a:ext cx="7434025" cy="3334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379122-E8B6-344B-627E-BB4BA75CA800}"/>
              </a:ext>
            </a:extLst>
          </p:cNvPr>
          <p:cNvSpPr txBox="1"/>
          <p:nvPr/>
        </p:nvSpPr>
        <p:spPr>
          <a:xfrm>
            <a:off x="836613" y="5484603"/>
            <a:ext cx="10425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hlinkClick r:id="rId3"/>
              </a:rPr>
              <a:t>https://www.dropbox.com/s/nw23q14vzsykyup/Ch01InChap01.dd</a:t>
            </a:r>
            <a:r>
              <a:rPr lang="en-GB" sz="1600" dirty="0"/>
              <a:t> (from book Guide to Computer Forensics and Investigations. Sixth Edition)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026BB9B-4971-0D69-55B0-4001EAC4B2F1}"/>
              </a:ext>
            </a:extLst>
          </p:cNvPr>
          <p:cNvSpPr/>
          <p:nvPr/>
        </p:nvSpPr>
        <p:spPr>
          <a:xfrm>
            <a:off x="8557456" y="1842233"/>
            <a:ext cx="297180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9F63BF8-8EE7-676B-24D9-C0A826D120CE}"/>
              </a:ext>
            </a:extLst>
          </p:cNvPr>
          <p:cNvSpPr/>
          <p:nvPr/>
        </p:nvSpPr>
        <p:spPr>
          <a:xfrm>
            <a:off x="8557456" y="2345153"/>
            <a:ext cx="2971800" cy="28316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Compute MD5/SHA-1/SHA-256 before analysis.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against the provided reference value, if one exists.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Prefer local hashing tools for real evidence; avoid unnecessary online handling.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36859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new Autopsy case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570021"/>
            <a:ext cx="7222890" cy="4268072"/>
          </a:xfrm>
          <a:prstGeom prst="rect">
            <a:avLst/>
          </a:prstGeom>
        </p:spPr>
      </p:pic>
      <p:sp>
        <p:nvSpPr>
          <p:cNvPr id="3" name="Text 6">
            <a:extLst>
              <a:ext uri="{FF2B5EF4-FFF2-40B4-BE49-F238E27FC236}">
                <a16:creationId xmlns:a16="http://schemas.microsoft.com/office/drawing/2014/main" id="{6A571311-FA0B-9157-5F4B-6FB4B36CD49A}"/>
              </a:ext>
            </a:extLst>
          </p:cNvPr>
          <p:cNvSpPr/>
          <p:nvPr/>
        </p:nvSpPr>
        <p:spPr>
          <a:xfrm>
            <a:off x="8229600" y="1508760"/>
            <a:ext cx="315468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9B9D37C-7AD9-A10B-70B3-F756A84AEC6A}"/>
              </a:ext>
            </a:extLst>
          </p:cNvPr>
          <p:cNvSpPr/>
          <p:nvPr/>
        </p:nvSpPr>
        <p:spPr>
          <a:xfrm>
            <a:off x="8229600" y="2011680"/>
            <a:ext cx="315468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 a descriptive case name.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a case directory that will store Autopsy output.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single-user mode for this introductory lab.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0692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case metadata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002539" cy="4114800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EAAF0ECA-C138-75A3-D6C6-437709759095}"/>
              </a:ext>
            </a:extLst>
          </p:cNvPr>
          <p:cNvSpPr/>
          <p:nvPr/>
        </p:nvSpPr>
        <p:spPr>
          <a:xfrm>
            <a:off x="8169421" y="1664208"/>
            <a:ext cx="329184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5E7A657-8F2D-3E4C-A57F-144B7EF2871C}"/>
              </a:ext>
            </a:extLst>
          </p:cNvPr>
          <p:cNvSpPr/>
          <p:nvPr/>
        </p:nvSpPr>
        <p:spPr>
          <a:xfrm>
            <a:off x="8169421" y="2167128"/>
            <a:ext cx="3291840" cy="3638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 case number, examiner name, and notes.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training data only in classroom screenshots.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Case metadata should make later review easier.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9227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the evidence image as a data source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3218"/>
            <a:ext cx="6124575" cy="5105400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C89ADA8E-6693-DB0F-D9D3-2BE6FC0248CE}"/>
              </a:ext>
            </a:extLst>
          </p:cNvPr>
          <p:cNvSpPr/>
          <p:nvPr/>
        </p:nvSpPr>
        <p:spPr>
          <a:xfrm>
            <a:off x="7406640" y="1508760"/>
            <a:ext cx="393192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85C782D-F401-EEDD-360C-E088D5FFE942}"/>
              </a:ext>
            </a:extLst>
          </p:cNvPr>
          <p:cNvSpPr/>
          <p:nvPr/>
        </p:nvSpPr>
        <p:spPr>
          <a:xfrm>
            <a:off x="740664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“Disk Image or VM File.”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option is appropriate for a forensic image file such as .dd, .img, .E01, or a VM disk.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Proceed to choose the image file.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727476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the image file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29377" cy="4400578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EE39B2AB-1364-9B62-7F52-911CF629A6B4}"/>
              </a:ext>
            </a:extLst>
          </p:cNvPr>
          <p:cNvSpPr/>
          <p:nvPr/>
        </p:nvSpPr>
        <p:spPr>
          <a:xfrm>
            <a:off x="7406640" y="1508760"/>
            <a:ext cx="393192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2A7204E-0947-2014-4EFF-6538D27FC2C6}"/>
              </a:ext>
            </a:extLst>
          </p:cNvPr>
          <p:cNvSpPr/>
          <p:nvPr/>
        </p:nvSpPr>
        <p:spPr>
          <a:xfrm>
            <a:off x="7406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 to the lab image directory.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the evidence image file.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Confirm the filename before opening.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07727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78" y="1883508"/>
            <a:ext cx="6317696" cy="4153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76595B-84BA-349A-4058-96A5D7C1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 source settings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543FA30-51A4-438A-FB8D-C384956C6C37}"/>
              </a:ext>
            </a:extLst>
          </p:cNvPr>
          <p:cNvSpPr/>
          <p:nvPr/>
        </p:nvSpPr>
        <p:spPr>
          <a:xfrm>
            <a:off x="7868920" y="1797929"/>
            <a:ext cx="315468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C64427B-8ED7-0C44-4D6D-5F31B7B89336}"/>
              </a:ext>
            </a:extLst>
          </p:cNvPr>
          <p:cNvSpPr/>
          <p:nvPr/>
        </p:nvSpPr>
        <p:spPr>
          <a:xfrm>
            <a:off x="7868920" y="2300849"/>
            <a:ext cx="3154680" cy="356068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image path.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the correct time zone for timestamp interpretation.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auto-detect sector size unless the evidence requires a specific value.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18750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31" y="1690688"/>
            <a:ext cx="8008924" cy="3528496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Locate deleted files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4E5106B-00AE-7649-7DA1-88D3AD596E78}"/>
              </a:ext>
            </a:extLst>
          </p:cNvPr>
          <p:cNvSpPr/>
          <p:nvPr/>
        </p:nvSpPr>
        <p:spPr>
          <a:xfrm>
            <a:off x="8847124" y="1690688"/>
            <a:ext cx="283464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78B384B-EF13-3F9D-DE69-2F98F7C833B9}"/>
              </a:ext>
            </a:extLst>
          </p:cNvPr>
          <p:cNvSpPr/>
          <p:nvPr/>
        </p:nvSpPr>
        <p:spPr>
          <a:xfrm>
            <a:off x="8847124" y="2193608"/>
            <a:ext cx="2834640" cy="326917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 by file type and extension.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Deleted items are marked in the file listing.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Office documents, images, and other case-relevant file types.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21347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items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60" y="1690688"/>
            <a:ext cx="8322487" cy="36467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70501" y="4116186"/>
            <a:ext cx="699023" cy="19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Rectangle 10"/>
          <p:cNvSpPr/>
          <p:nvPr/>
        </p:nvSpPr>
        <p:spPr>
          <a:xfrm>
            <a:off x="6987044" y="4110448"/>
            <a:ext cx="699023" cy="19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TextBox 12"/>
          <p:cNvSpPr txBox="1"/>
          <p:nvPr/>
        </p:nvSpPr>
        <p:spPr>
          <a:xfrm>
            <a:off x="3928120" y="2656609"/>
            <a:ext cx="1058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Right click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BB44FB7-5F8E-101D-73E3-0DC15D46CE3F}"/>
              </a:ext>
            </a:extLst>
          </p:cNvPr>
          <p:cNvSpPr/>
          <p:nvPr/>
        </p:nvSpPr>
        <p:spPr>
          <a:xfrm>
            <a:off x="9086167" y="1690688"/>
            <a:ext cx="260604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82E213D-28CF-BD81-DAF8-854EF0A96901}"/>
              </a:ext>
            </a:extLst>
          </p:cNvPr>
          <p:cNvSpPr/>
          <p:nvPr/>
        </p:nvSpPr>
        <p:spPr>
          <a:xfrm>
            <a:off x="9086167" y="2193608"/>
            <a:ext cx="2606040" cy="23236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Right-click an item of interest.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Tag File and either select an existing tag or create a new one.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Tags organize findings for review and reporting.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5882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reporting tag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6716"/>
            <a:ext cx="6602046" cy="3373146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AB6D83E4-6E36-0F3E-2C8B-8E3A676E3397}"/>
              </a:ext>
            </a:extLst>
          </p:cNvPr>
          <p:cNvSpPr/>
          <p:nvPr/>
        </p:nvSpPr>
        <p:spPr>
          <a:xfrm>
            <a:off x="7879080" y="1840263"/>
            <a:ext cx="347472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891BCF29-B596-047D-0DCD-2C52069E7658}"/>
              </a:ext>
            </a:extLst>
          </p:cNvPr>
          <p:cNvSpPr/>
          <p:nvPr/>
        </p:nvSpPr>
        <p:spPr>
          <a:xfrm>
            <a:off x="7879080" y="2343183"/>
            <a:ext cx="347472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tag name that describes why the item matters.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“Recovered Office Doc.”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consistent names so the final report is easy to read.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40096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Apply the tag to both deleted files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0093"/>
            <a:ext cx="4844683" cy="2652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96" y="4368800"/>
            <a:ext cx="8029575" cy="2124075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460743E0-21FA-6269-77C2-8E5F36983D12}"/>
              </a:ext>
            </a:extLst>
          </p:cNvPr>
          <p:cNvSpPr/>
          <p:nvPr/>
        </p:nvSpPr>
        <p:spPr>
          <a:xfrm>
            <a:off x="7919384" y="1516952"/>
            <a:ext cx="347472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A3295AC-BEE1-C10E-846F-5A01D565F765}"/>
              </a:ext>
            </a:extLst>
          </p:cNvPr>
          <p:cNvSpPr/>
          <p:nvPr/>
        </p:nvSpPr>
        <p:spPr>
          <a:xfrm>
            <a:off x="7919384" y="2019872"/>
            <a:ext cx="347472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GB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Tag each relevant deleted file.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GB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 that the tagged items appear as expected.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GB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Tags create a trace from discovery to report output.</a:t>
            </a:r>
          </a:p>
        </p:txBody>
      </p:sp>
    </p:spTree>
    <p:extLst>
      <p:ext uri="{BB962C8B-B14F-4D97-AF65-F5344CB8AC3E}">
        <p14:creationId xmlns:p14="http://schemas.microsoft.com/office/powerpoint/2010/main" val="3733668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recovered files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78" y="1783323"/>
            <a:ext cx="7988760" cy="35005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15762" y="2946183"/>
            <a:ext cx="883227" cy="249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103BD3B-D06D-65E5-A51C-5803D931925C}"/>
              </a:ext>
            </a:extLst>
          </p:cNvPr>
          <p:cNvSpPr/>
          <p:nvPr/>
        </p:nvSpPr>
        <p:spPr>
          <a:xfrm>
            <a:off x="8998243" y="1690688"/>
            <a:ext cx="2834640" cy="185270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1D302CE-2E6F-999C-399C-958293E9D290}"/>
              </a:ext>
            </a:extLst>
          </p:cNvPr>
          <p:cNvSpPr/>
          <p:nvPr/>
        </p:nvSpPr>
        <p:spPr>
          <a:xfrm>
            <a:off x="8998243" y="2193608"/>
            <a:ext cx="2834640" cy="2315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Right-click the item and choose Extract File(s).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 extracted files to a controlled output directory.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extraction location and any limitations.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48127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keywords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3183"/>
            <a:ext cx="7747663" cy="3923555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CC2E3DF1-04E5-06A8-3793-B6269BA59A03}"/>
              </a:ext>
            </a:extLst>
          </p:cNvPr>
          <p:cNvSpPr/>
          <p:nvPr/>
        </p:nvSpPr>
        <p:spPr>
          <a:xfrm>
            <a:off x="8809892" y="1690688"/>
            <a:ext cx="301752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E89060B-282A-E440-7DEF-33256F4F8489}"/>
              </a:ext>
            </a:extLst>
          </p:cNvPr>
          <p:cNvSpPr/>
          <p:nvPr/>
        </p:nvSpPr>
        <p:spPr>
          <a:xfrm>
            <a:off x="8809892" y="2193608"/>
            <a:ext cx="301752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Keyword Search.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exact match, substring, or regular expression as appropriate.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the search term and match mode in the case notes.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05355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 search results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0602"/>
            <a:ext cx="7039708" cy="4070352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055C8CC9-15BA-6CE6-C9E6-18254F0A191E}"/>
              </a:ext>
            </a:extLst>
          </p:cNvPr>
          <p:cNvSpPr/>
          <p:nvPr/>
        </p:nvSpPr>
        <p:spPr>
          <a:xfrm>
            <a:off x="8290560" y="1690688"/>
            <a:ext cx="306324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961DFB8-5874-AEE4-B2FE-7ED5DE6E058E}"/>
              </a:ext>
            </a:extLst>
          </p:cNvPr>
          <p:cNvSpPr/>
          <p:nvPr/>
        </p:nvSpPr>
        <p:spPr>
          <a:xfrm>
            <a:off x="8290560" y="2193608"/>
            <a:ext cx="306324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hit count and file paths.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each hit in context; do not rely on keyword hits alone.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Decide whether each hit is relevant, irrelevant, or needs follow-up.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355122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the report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9924"/>
            <a:ext cx="6665768" cy="5042951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B668129B-884E-97F5-AD87-1B77814DE9A5}"/>
              </a:ext>
            </a:extLst>
          </p:cNvPr>
          <p:cNvSpPr/>
          <p:nvPr/>
        </p:nvSpPr>
        <p:spPr>
          <a:xfrm>
            <a:off x="7685649" y="1449924"/>
            <a:ext cx="3886200" cy="347472"/>
          </a:xfrm>
          <a:prstGeom prst="rect">
            <a:avLst/>
          </a:prstGeom>
          <a:solidFill>
            <a:srgbClr val="FFF5D6"/>
          </a:solidFill>
          <a:ln w="8890">
            <a:solidFill>
              <a:srgbClr val="F2D99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D783D30-788F-9194-C01D-96B8A47EDD0E}"/>
              </a:ext>
            </a:extLst>
          </p:cNvPr>
          <p:cNvSpPr/>
          <p:nvPr/>
        </p:nvSpPr>
        <p:spPr>
          <a:xfrm>
            <a:off x="7685649" y="1952844"/>
            <a:ext cx="388620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an appropriate report module, such as HTML Report.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 tagged items and relevant search results.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the generated report for completeness before submission.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26387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A616-BD0F-04A0-AA8C-4BA228A5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EC6A-9A7C-56B7-1BCE-821AD4577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7160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Hash values for the evidence image or archive.</a:t>
            </a:r>
          </a:p>
          <a:p>
            <a:r>
              <a:rPr lang="en-GB" dirty="0"/>
              <a:t>List of deleted files found, including paths and file types.</a:t>
            </a:r>
          </a:p>
          <a:p>
            <a:r>
              <a:rPr lang="en-GB" dirty="0"/>
              <a:t>Recovered files, if recovery is possible and permitted by the lab instructions.</a:t>
            </a:r>
          </a:p>
          <a:p>
            <a:r>
              <a:rPr lang="en-GB" dirty="0"/>
              <a:t>Keyword and regex search results, including search terms and match modes.</a:t>
            </a:r>
          </a:p>
          <a:p>
            <a:r>
              <a:rPr lang="en-GB" dirty="0"/>
              <a:t>Autopsy report or concise finding summary with screenshots when appropriate.</a:t>
            </a:r>
          </a:p>
          <a:p>
            <a:endParaRPr lang="en-US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CE75DF0-26AF-6E6A-C00F-081A3859F4BF}"/>
              </a:ext>
            </a:extLst>
          </p:cNvPr>
          <p:cNvSpPr/>
          <p:nvPr/>
        </p:nvSpPr>
        <p:spPr>
          <a:xfrm>
            <a:off x="975360" y="5654118"/>
            <a:ext cx="10241280" cy="420624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submission should show what you found and how you found it.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0964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B1E8-2B5C-372C-DEBA-59AC4692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0430A6-C4A3-C40A-E540-BD23FBE25925}"/>
              </a:ext>
            </a:extLst>
          </p:cNvPr>
          <p:cNvSpPr/>
          <p:nvPr/>
        </p:nvSpPr>
        <p:spPr>
          <a:xfrm>
            <a:off x="907757" y="159160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image archive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AC51BE2-08FF-66D0-E525-F20D770F0932}"/>
              </a:ext>
            </a:extLst>
          </p:cNvPr>
          <p:cNvSpPr/>
          <p:nvPr/>
        </p:nvSpPr>
        <p:spPr>
          <a:xfrm>
            <a:off x="907757" y="2048803"/>
            <a:ext cx="10241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https://raw.githubusercontent.com/frankwxu/Digital-Forensics-Basic-Book/main/files/120M.7z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3557980-B345-4344-9B80-4EC03578D59F}"/>
              </a:ext>
            </a:extLst>
          </p:cNvPr>
          <p:cNvSpPr/>
          <p:nvPr/>
        </p:nvSpPr>
        <p:spPr>
          <a:xfrm>
            <a:off x="907757" y="305464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</a:t>
            </a:r>
            <a:endParaRPr lang="en-US" sz="2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02F8BDA-BDD1-7696-3788-9AF4D6B71CFA}"/>
              </a:ext>
            </a:extLst>
          </p:cNvPr>
          <p:cNvSpPr/>
          <p:nvPr/>
        </p:nvSpPr>
        <p:spPr>
          <a:xfrm>
            <a:off x="999197" y="3557563"/>
            <a:ext cx="996696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Find all deleted files, if any.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Find all phone numbers or </a:t>
            </a:r>
            <a:r>
              <a:rPr lang="en-US" sz="18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addresses, </a:t>
            </a: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any.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Document the evidence path, hash values, search terms, and results.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Submit a concise report with relevant screenshots or Autopsy report output.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955666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478C-B9EB-45D5-86FE-31965B3F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Prepare a USB image and compute hashes</a:t>
            </a:r>
            <a:br>
              <a:rPr lang="en-GB" dirty="0"/>
            </a:br>
            <a:r>
              <a:rPr lang="en-GB" dirty="0"/>
              <a:t>(optional)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F136A-91E1-4743-A0D6-638305A717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042"/>
          <a:stretch/>
        </p:blipFill>
        <p:spPr>
          <a:xfrm>
            <a:off x="838200" y="1917835"/>
            <a:ext cx="10519804" cy="1808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21EE7-C592-4851-8B4A-A29E01D6B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67310"/>
            <a:ext cx="10515600" cy="2325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0A21C-FD21-4EE4-BAD3-4E1E0000DF71}"/>
              </a:ext>
            </a:extLst>
          </p:cNvPr>
          <p:cNvSpPr txBox="1"/>
          <p:nvPr/>
        </p:nvSpPr>
        <p:spPr>
          <a:xfrm>
            <a:off x="838200" y="1548503"/>
            <a:ext cx="770057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Download the zipped USB image or go to website download the compressed file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718E5-8A15-49A4-B6F1-3FD98EDAAF72}"/>
              </a:ext>
            </a:extLst>
          </p:cNvPr>
          <p:cNvSpPr txBox="1"/>
          <p:nvPr/>
        </p:nvSpPr>
        <p:spPr>
          <a:xfrm>
            <a:off x="838200" y="3797978"/>
            <a:ext cx="180280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Compute hashes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3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8701-048F-4E27-8CCF-0DBDE11C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 search: email addresses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75ED0-2554-4517-9C07-7FA857952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5352"/>
            <a:ext cx="12192000" cy="3870373"/>
          </a:xfrm>
          <a:prstGeom prst="rect">
            <a:avLst/>
          </a:prstGeom>
        </p:spPr>
      </p:pic>
      <p:sp>
        <p:nvSpPr>
          <p:cNvPr id="6" name="Text 8">
            <a:extLst>
              <a:ext uri="{FF2B5EF4-FFF2-40B4-BE49-F238E27FC236}">
                <a16:creationId xmlns:a16="http://schemas.microsoft.com/office/drawing/2014/main" id="{A115CF19-9951-BE2D-7F17-AFDFF20F0052}"/>
              </a:ext>
            </a:extLst>
          </p:cNvPr>
          <p:cNvSpPr/>
          <p:nvPr/>
        </p:nvSpPr>
        <p:spPr>
          <a:xfrm>
            <a:off x="3141004" y="6302130"/>
            <a:ext cx="7573888" cy="419198"/>
          </a:xfrm>
          <a:prstGeom prst="rect">
            <a:avLst/>
          </a:prstGeom>
          <a:solidFill>
            <a:srgbClr val="EEF6FA"/>
          </a:solidFill>
          <a:ln w="8890">
            <a:solidFill>
              <a:srgbClr val="C7DD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phone regex for the assignment: (\+?1[-.\s]?)?\(?\d{3}\)?[-.\s]?\d{3}[-.\s]?\d{4}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AA58F9F-B493-3F7E-48F2-E849BB6024BD}"/>
              </a:ext>
            </a:extLst>
          </p:cNvPr>
          <p:cNvSpPr/>
          <p:nvPr/>
        </p:nvSpPr>
        <p:spPr>
          <a:xfrm>
            <a:off x="548640" y="1771475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5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Pattern: [a-zA-Z0-9+_.-]+@[a-zA-Z0-9.-]+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9037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1978</Words>
  <Application>Microsoft Office PowerPoint</Application>
  <PresentationFormat>Widescreen</PresentationFormat>
  <Paragraphs>230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Aptos Mono</vt:lpstr>
      <vt:lpstr>Arial</vt:lpstr>
      <vt:lpstr>Calibri</vt:lpstr>
      <vt:lpstr>Calibri Light</vt:lpstr>
      <vt:lpstr>Office Theme</vt:lpstr>
      <vt:lpstr>Introduction to Digital Forensics</vt:lpstr>
      <vt:lpstr>Learning objectives</vt:lpstr>
      <vt:lpstr>Roadmap</vt:lpstr>
      <vt:lpstr>What is digital forensics </vt:lpstr>
      <vt:lpstr>Definition</vt:lpstr>
      <vt:lpstr>NIST definition: evidence lifecycle</vt:lpstr>
      <vt:lpstr>Digital Forensics and related Disciplines </vt:lpstr>
      <vt:lpstr>Digital Investigation Types</vt:lpstr>
      <vt:lpstr>Digital forensics vs. data recovery</vt:lpstr>
      <vt:lpstr>Steps of digital investigation</vt:lpstr>
      <vt:lpstr>Investigation workflow: from source to report</vt:lpstr>
      <vt:lpstr>Step checklist</vt:lpstr>
      <vt:lpstr>Procedure of gathering the Evidence</vt:lpstr>
      <vt:lpstr>Acquisition: forensic image vs. backup copy</vt:lpstr>
      <vt:lpstr>Analyzing digital Evidence </vt:lpstr>
      <vt:lpstr>Final report: methods + findings</vt:lpstr>
      <vt:lpstr>Case critique: improve the next investigation</vt:lpstr>
      <vt:lpstr>Autopsy lab</vt:lpstr>
      <vt:lpstr>Lab scenario and goals</vt:lpstr>
      <vt:lpstr>Verify the evidence hash</vt:lpstr>
      <vt:lpstr>Create a new Autopsy case</vt:lpstr>
      <vt:lpstr>Enter case metadata</vt:lpstr>
      <vt:lpstr>Add the evidence image as a data source</vt:lpstr>
      <vt:lpstr>Select the image file</vt:lpstr>
      <vt:lpstr>Confirm source settings</vt:lpstr>
      <vt:lpstr>Locate deleted files</vt:lpstr>
      <vt:lpstr>evidence items</vt:lpstr>
      <vt:lpstr>Create a reporting tag</vt:lpstr>
      <vt:lpstr>Apply the tag to both deleted files</vt:lpstr>
      <vt:lpstr>Extract recovered files</vt:lpstr>
      <vt:lpstr>Search keywords</vt:lpstr>
      <vt:lpstr>Interpret search results</vt:lpstr>
      <vt:lpstr>Generate the report</vt:lpstr>
      <vt:lpstr>Lab deliverables</vt:lpstr>
      <vt:lpstr>Assignment</vt:lpstr>
      <vt:lpstr>Prepare a USB image and compute hashes (optional)</vt:lpstr>
      <vt:lpstr>Regex search: email addresses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71</cp:revision>
  <dcterms:created xsi:type="dcterms:W3CDTF">2020-09-14T14:43:27Z</dcterms:created>
  <dcterms:modified xsi:type="dcterms:W3CDTF">2026-09-14T23:46:47Z</dcterms:modified>
</cp:coreProperties>
</file>