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46.xml" ContentType="application/inkml+xml"/>
  <Override PartName="/ppt/ink/ink4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309" r:id="rId3"/>
    <p:sldId id="348" r:id="rId4"/>
    <p:sldId id="310" r:id="rId5"/>
    <p:sldId id="332" r:id="rId6"/>
    <p:sldId id="346" r:id="rId7"/>
    <p:sldId id="304" r:id="rId8"/>
    <p:sldId id="311" r:id="rId9"/>
    <p:sldId id="307" r:id="rId10"/>
    <p:sldId id="331" r:id="rId11"/>
    <p:sldId id="306" r:id="rId12"/>
    <p:sldId id="329" r:id="rId13"/>
    <p:sldId id="330" r:id="rId14"/>
    <p:sldId id="308" r:id="rId15"/>
    <p:sldId id="313" r:id="rId16"/>
    <p:sldId id="333" r:id="rId17"/>
    <p:sldId id="352" r:id="rId18"/>
    <p:sldId id="314" r:id="rId19"/>
    <p:sldId id="335" r:id="rId20"/>
    <p:sldId id="334" r:id="rId21"/>
    <p:sldId id="351" r:id="rId22"/>
    <p:sldId id="345" r:id="rId23"/>
    <p:sldId id="344" r:id="rId24"/>
    <p:sldId id="336" r:id="rId25"/>
    <p:sldId id="337" r:id="rId26"/>
    <p:sldId id="338" r:id="rId27"/>
    <p:sldId id="339" r:id="rId28"/>
    <p:sldId id="319" r:id="rId29"/>
    <p:sldId id="340" r:id="rId30"/>
    <p:sldId id="343" r:id="rId31"/>
    <p:sldId id="320" r:id="rId32"/>
    <p:sldId id="341" r:id="rId33"/>
    <p:sldId id="327" r:id="rId34"/>
    <p:sldId id="324" r:id="rId35"/>
    <p:sldId id="325" r:id="rId36"/>
    <p:sldId id="323" r:id="rId37"/>
    <p:sldId id="342" r:id="rId38"/>
    <p:sldId id="322" r:id="rId39"/>
    <p:sldId id="315" r:id="rId40"/>
    <p:sldId id="317" r:id="rId41"/>
    <p:sldId id="318" r:id="rId42"/>
    <p:sldId id="316" r:id="rId43"/>
    <p:sldId id="349" r:id="rId44"/>
    <p:sldId id="328" r:id="rId45"/>
    <p:sldId id="312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CBCAB"/>
    <a:srgbClr val="FFF87F"/>
    <a:srgbClr val="CAC3E8"/>
    <a:srgbClr val="7FD0F3"/>
    <a:srgbClr val="90D8A5"/>
    <a:srgbClr val="FFD6E4"/>
    <a:srgbClr val="BFBFBF"/>
    <a:srgbClr val="FFBF93"/>
    <a:srgbClr val="7ED0F3"/>
    <a:srgbClr val="D1A4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6F9785-5CC3-4078-A097-36B3F0D8C183}" v="8" dt="2026-02-22T17:09:46.70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00" autoAdjust="0"/>
    <p:restoredTop sz="88408" autoAdjust="0"/>
  </p:normalViewPr>
  <p:slideViewPr>
    <p:cSldViewPr snapToGrid="0">
      <p:cViewPr varScale="1">
        <p:scale>
          <a:sx n="97" d="100"/>
          <a:sy n="97" d="100"/>
        </p:scale>
        <p:origin x="130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F99F8FFF-BA20-43EA-924B-4DF5D2A785F3}"/>
    <pc:docChg chg="undo custSel addSld delSld modSld">
      <pc:chgData name="Weifeng Xu" userId="e7aed605-a3dd-4d5a-a692-a87037af107b" providerId="ADAL" clId="{F99F8FFF-BA20-43EA-924B-4DF5D2A785F3}" dt="2026-02-22T17:14:15.050" v="601" actId="207"/>
      <pc:docMkLst>
        <pc:docMk/>
      </pc:docMkLst>
      <pc:sldChg chg="modSp mod">
        <pc:chgData name="Weifeng Xu" userId="e7aed605-a3dd-4d5a-a692-a87037af107b" providerId="ADAL" clId="{F99F8FFF-BA20-43EA-924B-4DF5D2A785F3}" dt="2026-02-20T14:53:24.906" v="44" actId="20577"/>
        <pc:sldMkLst>
          <pc:docMk/>
          <pc:sldMk cId="2287346867" sldId="313"/>
        </pc:sldMkLst>
        <pc:spChg chg="mod">
          <ac:chgData name="Weifeng Xu" userId="e7aed605-a3dd-4d5a-a692-a87037af107b" providerId="ADAL" clId="{F99F8FFF-BA20-43EA-924B-4DF5D2A785F3}" dt="2026-02-20T14:53:24.906" v="44" actId="20577"/>
          <ac:spMkLst>
            <pc:docMk/>
            <pc:sldMk cId="2287346867" sldId="313"/>
            <ac:spMk id="3" creationId="{54E7D01D-361A-4E10-A910-E55BEA8878EE}"/>
          </ac:spMkLst>
        </pc:spChg>
      </pc:sldChg>
      <pc:sldChg chg="modSp mod">
        <pc:chgData name="Weifeng Xu" userId="e7aed605-a3dd-4d5a-a692-a87037af107b" providerId="ADAL" clId="{F99F8FFF-BA20-43EA-924B-4DF5D2A785F3}" dt="2026-02-20T14:59:56.159" v="63" actId="20577"/>
        <pc:sldMkLst>
          <pc:docMk/>
          <pc:sldMk cId="3000983103" sldId="314"/>
        </pc:sldMkLst>
        <pc:spChg chg="mod">
          <ac:chgData name="Weifeng Xu" userId="e7aed605-a3dd-4d5a-a692-a87037af107b" providerId="ADAL" clId="{F99F8FFF-BA20-43EA-924B-4DF5D2A785F3}" dt="2026-02-20T14:59:56.159" v="63" actId="20577"/>
          <ac:spMkLst>
            <pc:docMk/>
            <pc:sldMk cId="3000983103" sldId="314"/>
            <ac:spMk id="8" creationId="{CC9099EF-CF85-49C0-90DB-EC320EF8B782}"/>
          </ac:spMkLst>
        </pc:spChg>
      </pc:sldChg>
      <pc:sldChg chg="addSp delSp modSp mod">
        <pc:chgData name="Weifeng Xu" userId="e7aed605-a3dd-4d5a-a692-a87037af107b" providerId="ADAL" clId="{F99F8FFF-BA20-43EA-924B-4DF5D2A785F3}" dt="2026-02-20T16:18:14.531" v="326" actId="14100"/>
        <pc:sldMkLst>
          <pc:docMk/>
          <pc:sldMk cId="1240930998" sldId="319"/>
        </pc:sldMkLst>
        <pc:spChg chg="mod">
          <ac:chgData name="Weifeng Xu" userId="e7aed605-a3dd-4d5a-a692-a87037af107b" providerId="ADAL" clId="{F99F8FFF-BA20-43EA-924B-4DF5D2A785F3}" dt="2026-02-20T16:17:26.507" v="304" actId="1076"/>
          <ac:spMkLst>
            <pc:docMk/>
            <pc:sldMk cId="1240930998" sldId="319"/>
            <ac:spMk id="9" creationId="{B72D23D1-A4D2-4642-8D55-2BFC6315356B}"/>
          </ac:spMkLst>
        </pc:spChg>
        <pc:spChg chg="add mod">
          <ac:chgData name="Weifeng Xu" userId="e7aed605-a3dd-4d5a-a692-a87037af107b" providerId="ADAL" clId="{F99F8FFF-BA20-43EA-924B-4DF5D2A785F3}" dt="2026-02-20T16:18:14.531" v="326" actId="14100"/>
          <ac:spMkLst>
            <pc:docMk/>
            <pc:sldMk cId="1240930998" sldId="319"/>
            <ac:spMk id="10" creationId="{BD2A28C7-834C-050F-E76A-CC2EACAF8699}"/>
          </ac:spMkLst>
        </pc:spChg>
        <pc:picChg chg="add mod">
          <ac:chgData name="Weifeng Xu" userId="e7aed605-a3dd-4d5a-a692-a87037af107b" providerId="ADAL" clId="{F99F8FFF-BA20-43EA-924B-4DF5D2A785F3}" dt="2026-02-20T16:17:23.781" v="303" actId="1076"/>
          <ac:picMkLst>
            <pc:docMk/>
            <pc:sldMk cId="1240930998" sldId="319"/>
            <ac:picMk id="4" creationId="{CA008DC8-51D0-666F-2E1B-0BFE0BBC313E}"/>
          </ac:picMkLst>
        </pc:picChg>
        <pc:picChg chg="add mod">
          <ac:chgData name="Weifeng Xu" userId="e7aed605-a3dd-4d5a-a692-a87037af107b" providerId="ADAL" clId="{F99F8FFF-BA20-43EA-924B-4DF5D2A785F3}" dt="2026-02-20T16:17:30.674" v="305" actId="1076"/>
          <ac:picMkLst>
            <pc:docMk/>
            <pc:sldMk cId="1240930998" sldId="319"/>
            <ac:picMk id="8" creationId="{CF7E2597-69AE-502E-52FA-7ACE8EEC5FD8}"/>
          </ac:picMkLst>
        </pc:picChg>
      </pc:sldChg>
      <pc:sldChg chg="addSp delSp modSp mod">
        <pc:chgData name="Weifeng Xu" userId="e7aed605-a3dd-4d5a-a692-a87037af107b" providerId="ADAL" clId="{F99F8FFF-BA20-43EA-924B-4DF5D2A785F3}" dt="2026-02-20T16:30:29.124" v="393" actId="1076"/>
        <pc:sldMkLst>
          <pc:docMk/>
          <pc:sldMk cId="2541891351" sldId="320"/>
        </pc:sldMkLst>
        <pc:spChg chg="mod">
          <ac:chgData name="Weifeng Xu" userId="e7aed605-a3dd-4d5a-a692-a87037af107b" providerId="ADAL" clId="{F99F8FFF-BA20-43EA-924B-4DF5D2A785F3}" dt="2026-02-20T16:30:29.124" v="393" actId="1076"/>
          <ac:spMkLst>
            <pc:docMk/>
            <pc:sldMk cId="2541891351" sldId="320"/>
            <ac:spMk id="8" creationId="{48655E06-23CF-4633-8249-4CC45A1DCF04}"/>
          </ac:spMkLst>
        </pc:spChg>
        <pc:picChg chg="add mod">
          <ac:chgData name="Weifeng Xu" userId="e7aed605-a3dd-4d5a-a692-a87037af107b" providerId="ADAL" clId="{F99F8FFF-BA20-43EA-924B-4DF5D2A785F3}" dt="2026-02-20T16:30:26.620" v="392" actId="1076"/>
          <ac:picMkLst>
            <pc:docMk/>
            <pc:sldMk cId="2541891351" sldId="320"/>
            <ac:picMk id="4" creationId="{82EDC012-8588-ED20-6EE7-5435D93C64DA}"/>
          </ac:picMkLst>
        </pc:picChg>
      </pc:sldChg>
      <pc:sldChg chg="delSp mod">
        <pc:chgData name="Weifeng Xu" userId="e7aed605-a3dd-4d5a-a692-a87037af107b" providerId="ADAL" clId="{F99F8FFF-BA20-43EA-924B-4DF5D2A785F3}" dt="2026-02-20T16:58:30.280" v="440" actId="478"/>
        <pc:sldMkLst>
          <pc:docMk/>
          <pc:sldMk cId="3959149998" sldId="323"/>
        </pc:sldMkLst>
      </pc:sldChg>
      <pc:sldChg chg="addSp delSp modSp mod modClrScheme chgLayout">
        <pc:chgData name="Weifeng Xu" userId="e7aed605-a3dd-4d5a-a692-a87037af107b" providerId="ADAL" clId="{F99F8FFF-BA20-43EA-924B-4DF5D2A785F3}" dt="2026-02-20T16:59:03.424" v="445" actId="21"/>
        <pc:sldMkLst>
          <pc:docMk/>
          <pc:sldMk cId="1547861225" sldId="324"/>
        </pc:sldMkLst>
        <pc:spChg chg="mod">
          <ac:chgData name="Weifeng Xu" userId="e7aed605-a3dd-4d5a-a692-a87037af107b" providerId="ADAL" clId="{F99F8FFF-BA20-43EA-924B-4DF5D2A785F3}" dt="2026-02-20T16:54:43.433" v="437" actId="1076"/>
          <ac:spMkLst>
            <pc:docMk/>
            <pc:sldMk cId="1547861225" sldId="324"/>
            <ac:spMk id="3" creationId="{12BA1C1A-FC36-4A96-A17A-09903B431F90}"/>
          </ac:spMkLst>
        </pc:spChg>
        <pc:spChg chg="add mod ord">
          <ac:chgData name="Weifeng Xu" userId="e7aed605-a3dd-4d5a-a692-a87037af107b" providerId="ADAL" clId="{F99F8FFF-BA20-43EA-924B-4DF5D2A785F3}" dt="2026-02-20T16:53:15.899" v="434" actId="20577"/>
          <ac:spMkLst>
            <pc:docMk/>
            <pc:sldMk cId="1547861225" sldId="324"/>
            <ac:spMk id="4" creationId="{2222F443-56E9-7167-9689-0A017E95F1EA}"/>
          </ac:spMkLst>
        </pc:spChg>
        <pc:picChg chg="add mod">
          <ac:chgData name="Weifeng Xu" userId="e7aed605-a3dd-4d5a-a692-a87037af107b" providerId="ADAL" clId="{F99F8FFF-BA20-43EA-924B-4DF5D2A785F3}" dt="2026-02-20T16:55:59.039" v="439" actId="1076"/>
          <ac:picMkLst>
            <pc:docMk/>
            <pc:sldMk cId="1547861225" sldId="324"/>
            <ac:picMk id="10" creationId="{508913FF-3EE0-360B-93FE-358C4D79C36C}"/>
          </ac:picMkLst>
        </pc:picChg>
      </pc:sldChg>
      <pc:sldChg chg="addSp delSp modSp mod">
        <pc:chgData name="Weifeng Xu" userId="e7aed605-a3dd-4d5a-a692-a87037af107b" providerId="ADAL" clId="{F99F8FFF-BA20-43EA-924B-4DF5D2A785F3}" dt="2026-02-20T16:41:45.009" v="410" actId="1076"/>
        <pc:sldMkLst>
          <pc:docMk/>
          <pc:sldMk cId="4291488049" sldId="327"/>
        </pc:sldMkLst>
        <pc:spChg chg="mod">
          <ac:chgData name="Weifeng Xu" userId="e7aed605-a3dd-4d5a-a692-a87037af107b" providerId="ADAL" clId="{F99F8FFF-BA20-43EA-924B-4DF5D2A785F3}" dt="2026-02-20T16:41:45.009" v="410" actId="1076"/>
          <ac:spMkLst>
            <pc:docMk/>
            <pc:sldMk cId="4291488049" sldId="327"/>
            <ac:spMk id="4" creationId="{5FDB0195-3E7E-4849-BBB2-7C07D6320A72}"/>
          </ac:spMkLst>
        </pc:spChg>
        <pc:picChg chg="add mod">
          <ac:chgData name="Weifeng Xu" userId="e7aed605-a3dd-4d5a-a692-a87037af107b" providerId="ADAL" clId="{F99F8FFF-BA20-43EA-924B-4DF5D2A785F3}" dt="2026-02-20T16:41:45.009" v="410" actId="1076"/>
          <ac:picMkLst>
            <pc:docMk/>
            <pc:sldMk cId="4291488049" sldId="327"/>
            <ac:picMk id="5" creationId="{DFC03B92-6E9D-DB1E-CDE9-BE9B41EE2F18}"/>
          </ac:picMkLst>
        </pc:picChg>
      </pc:sldChg>
      <pc:sldChg chg="addSp modSp new mod modClrScheme chgLayout">
        <pc:chgData name="Weifeng Xu" userId="e7aed605-a3dd-4d5a-a692-a87037af107b" providerId="ADAL" clId="{F99F8FFF-BA20-43EA-924B-4DF5D2A785F3}" dt="2026-02-22T17:01:46.942" v="506"/>
        <pc:sldMkLst>
          <pc:docMk/>
          <pc:sldMk cId="4272637634" sldId="333"/>
        </pc:sldMkLst>
        <pc:spChg chg="add mod">
          <ac:chgData name="Weifeng Xu" userId="e7aed605-a3dd-4d5a-a692-a87037af107b" providerId="ADAL" clId="{F99F8FFF-BA20-43EA-924B-4DF5D2A785F3}" dt="2026-02-20T16:21:13.394" v="335" actId="20577"/>
          <ac:spMkLst>
            <pc:docMk/>
            <pc:sldMk cId="4272637634" sldId="333"/>
            <ac:spMk id="2" creationId="{EDC2E57A-E7FE-F161-30FA-28B6D78F1E73}"/>
          </ac:spMkLst>
        </pc:spChg>
        <pc:spChg chg="add mod">
          <ac:chgData name="Weifeng Xu" userId="e7aed605-a3dd-4d5a-a692-a87037af107b" providerId="ADAL" clId="{F99F8FFF-BA20-43EA-924B-4DF5D2A785F3}" dt="2026-02-22T17:01:46.942" v="506"/>
          <ac:spMkLst>
            <pc:docMk/>
            <pc:sldMk cId="4272637634" sldId="333"/>
            <ac:spMk id="3" creationId="{A2E1872A-04A6-CB94-02B9-B32A6C87CA0C}"/>
          </ac:spMkLst>
        </pc:spChg>
      </pc:sldChg>
      <pc:sldChg chg="addSp delSp modSp new mod modClrScheme chgLayout">
        <pc:chgData name="Weifeng Xu" userId="e7aed605-a3dd-4d5a-a692-a87037af107b" providerId="ADAL" clId="{F99F8FFF-BA20-43EA-924B-4DF5D2A785F3}" dt="2026-02-22T17:02:40.895" v="509"/>
        <pc:sldMkLst>
          <pc:docMk/>
          <pc:sldMk cId="1761856884" sldId="334"/>
        </pc:sldMkLst>
        <pc:spChg chg="add mod">
          <ac:chgData name="Weifeng Xu" userId="e7aed605-a3dd-4d5a-a692-a87037af107b" providerId="ADAL" clId="{F99F8FFF-BA20-43EA-924B-4DF5D2A785F3}" dt="2026-02-22T17:02:40.895" v="509"/>
          <ac:spMkLst>
            <pc:docMk/>
            <pc:sldMk cId="1761856884" sldId="334"/>
            <ac:spMk id="3" creationId="{874D80E2-DEA4-D764-6E48-AA7746A414E2}"/>
          </ac:spMkLst>
        </pc:spChg>
        <pc:picChg chg="add mod">
          <ac:chgData name="Weifeng Xu" userId="e7aed605-a3dd-4d5a-a692-a87037af107b" providerId="ADAL" clId="{F99F8FFF-BA20-43EA-924B-4DF5D2A785F3}" dt="2026-02-20T15:29:44.944" v="120" actId="1076"/>
          <ac:picMkLst>
            <pc:docMk/>
            <pc:sldMk cId="1761856884" sldId="334"/>
            <ac:picMk id="5" creationId="{A3F78274-75AF-6E34-920C-7A9C1425BC94}"/>
          </ac:picMkLst>
        </pc:picChg>
      </pc:sldChg>
      <pc:sldChg chg="addSp delSp modSp new mod modClrScheme chgLayout">
        <pc:chgData name="Weifeng Xu" userId="e7aed605-a3dd-4d5a-a692-a87037af107b" providerId="ADAL" clId="{F99F8FFF-BA20-43EA-924B-4DF5D2A785F3}" dt="2026-02-20T15:37:26.341" v="149"/>
        <pc:sldMkLst>
          <pc:docMk/>
          <pc:sldMk cId="1079765392" sldId="335"/>
        </pc:sldMkLst>
        <pc:spChg chg="add mod">
          <ac:chgData name="Weifeng Xu" userId="e7aed605-a3dd-4d5a-a692-a87037af107b" providerId="ADAL" clId="{F99F8FFF-BA20-43EA-924B-4DF5D2A785F3}" dt="2026-02-20T15:36:21.230" v="136" actId="1076"/>
          <ac:spMkLst>
            <pc:docMk/>
            <pc:sldMk cId="1079765392" sldId="335"/>
            <ac:spMk id="4" creationId="{E5D61865-D989-713E-6929-D02C83D664D3}"/>
          </ac:spMkLst>
        </pc:spChg>
        <pc:spChg chg="add mod">
          <ac:chgData name="Weifeng Xu" userId="e7aed605-a3dd-4d5a-a692-a87037af107b" providerId="ADAL" clId="{F99F8FFF-BA20-43EA-924B-4DF5D2A785F3}" dt="2026-02-20T15:36:13.681" v="134" actId="1076"/>
          <ac:spMkLst>
            <pc:docMk/>
            <pc:sldMk cId="1079765392" sldId="335"/>
            <ac:spMk id="10" creationId="{71F06478-46F5-57B6-18D5-A339C40D848D}"/>
          </ac:spMkLst>
        </pc:spChg>
        <pc:grpChg chg="mod">
          <ac:chgData name="Weifeng Xu" userId="e7aed605-a3dd-4d5a-a692-a87037af107b" providerId="ADAL" clId="{F99F8FFF-BA20-43EA-924B-4DF5D2A785F3}" dt="2026-02-20T15:36:55.006" v="142"/>
          <ac:grpSpMkLst>
            <pc:docMk/>
            <pc:sldMk cId="1079765392" sldId="335"/>
            <ac:grpSpMk id="17" creationId="{9CE9A507-85FF-2153-700C-45F906DCC7D9}"/>
          </ac:grpSpMkLst>
        </pc:grpChg>
        <pc:picChg chg="add mod">
          <ac:chgData name="Weifeng Xu" userId="e7aed605-a3dd-4d5a-a692-a87037af107b" providerId="ADAL" clId="{F99F8FFF-BA20-43EA-924B-4DF5D2A785F3}" dt="2026-02-20T15:36:21.230" v="136" actId="1076"/>
          <ac:picMkLst>
            <pc:docMk/>
            <pc:sldMk cId="1079765392" sldId="335"/>
            <ac:picMk id="6" creationId="{3209D7C1-E85B-20EF-0E82-56216DA819F5}"/>
          </ac:picMkLst>
        </pc:picChg>
        <pc:picChg chg="add mod">
          <ac:chgData name="Weifeng Xu" userId="e7aed605-a3dd-4d5a-a692-a87037af107b" providerId="ADAL" clId="{F99F8FFF-BA20-43EA-924B-4DF5D2A785F3}" dt="2026-02-20T15:36:13.681" v="134" actId="1076"/>
          <ac:picMkLst>
            <pc:docMk/>
            <pc:sldMk cId="1079765392" sldId="335"/>
            <ac:picMk id="8" creationId="{BC9FF5C9-FF0B-D931-EEFF-3757F74E7D76}"/>
          </ac:picMkLst>
        </pc:picChg>
        <pc:picChg chg="add mod">
          <ac:chgData name="Weifeng Xu" userId="e7aed605-a3dd-4d5a-a692-a87037af107b" providerId="ADAL" clId="{F99F8FFF-BA20-43EA-924B-4DF5D2A785F3}" dt="2026-02-20T15:36:24.011" v="137" actId="1076"/>
          <ac:picMkLst>
            <pc:docMk/>
            <pc:sldMk cId="1079765392" sldId="335"/>
            <ac:picMk id="12" creationId="{EA8B9EB3-3951-EA7C-E8FA-8F4F46F0C5A2}"/>
          </ac:picMkLst>
        </pc:picChg>
        <pc:inkChg chg="add">
          <ac:chgData name="Weifeng Xu" userId="e7aed605-a3dd-4d5a-a692-a87037af107b" providerId="ADAL" clId="{F99F8FFF-BA20-43EA-924B-4DF5D2A785F3}" dt="2026-02-20T15:36:43.537" v="138" actId="9405"/>
          <ac:inkMkLst>
            <pc:docMk/>
            <pc:sldMk cId="1079765392" sldId="335"/>
            <ac:inkMk id="13" creationId="{2D3A0B5C-A152-BC85-D404-078ABCAEFBE7}"/>
          </ac:inkMkLst>
        </pc:inkChg>
        <pc:inkChg chg="add">
          <ac:chgData name="Weifeng Xu" userId="e7aed605-a3dd-4d5a-a692-a87037af107b" providerId="ADAL" clId="{F99F8FFF-BA20-43EA-924B-4DF5D2A785F3}" dt="2026-02-20T15:36:48.972" v="139" actId="9405"/>
          <ac:inkMkLst>
            <pc:docMk/>
            <pc:sldMk cId="1079765392" sldId="335"/>
            <ac:inkMk id="14" creationId="{C403AA70-81E9-CF3B-E52D-D4612E34E7E7}"/>
          </ac:inkMkLst>
        </pc:inkChg>
        <pc:inkChg chg="add mod">
          <ac:chgData name="Weifeng Xu" userId="e7aed605-a3dd-4d5a-a692-a87037af107b" providerId="ADAL" clId="{F99F8FFF-BA20-43EA-924B-4DF5D2A785F3}" dt="2026-02-20T15:36:55.006" v="142"/>
          <ac:inkMkLst>
            <pc:docMk/>
            <pc:sldMk cId="1079765392" sldId="335"/>
            <ac:inkMk id="15" creationId="{7534BA3B-8C55-C5F0-ECB8-DEC5EA06AF0D}"/>
          </ac:inkMkLst>
        </pc:inkChg>
        <pc:inkChg chg="add mod">
          <ac:chgData name="Weifeng Xu" userId="e7aed605-a3dd-4d5a-a692-a87037af107b" providerId="ADAL" clId="{F99F8FFF-BA20-43EA-924B-4DF5D2A785F3}" dt="2026-02-20T15:36:55.006" v="142"/>
          <ac:inkMkLst>
            <pc:docMk/>
            <pc:sldMk cId="1079765392" sldId="335"/>
            <ac:inkMk id="16" creationId="{510AD8A3-3890-3F71-F4B0-C73A03EC3574}"/>
          </ac:inkMkLst>
        </pc:inkChg>
        <pc:inkChg chg="add">
          <ac:chgData name="Weifeng Xu" userId="e7aed605-a3dd-4d5a-a692-a87037af107b" providerId="ADAL" clId="{F99F8FFF-BA20-43EA-924B-4DF5D2A785F3}" dt="2026-02-20T15:37:15.126" v="145" actId="9405"/>
          <ac:inkMkLst>
            <pc:docMk/>
            <pc:sldMk cId="1079765392" sldId="335"/>
            <ac:inkMk id="19" creationId="{91479CD8-B22F-2F13-9D8E-70E822E7C204}"/>
          </ac:inkMkLst>
        </pc:inkChg>
        <pc:inkChg chg="add">
          <ac:chgData name="Weifeng Xu" userId="e7aed605-a3dd-4d5a-a692-a87037af107b" providerId="ADAL" clId="{F99F8FFF-BA20-43EA-924B-4DF5D2A785F3}" dt="2026-02-20T15:37:19.989" v="146" actId="9405"/>
          <ac:inkMkLst>
            <pc:docMk/>
            <pc:sldMk cId="1079765392" sldId="335"/>
            <ac:inkMk id="20" creationId="{10DF08DA-7D6F-D061-156C-B46D5CA4BA68}"/>
          </ac:inkMkLst>
        </pc:inkChg>
        <pc:inkChg chg="add">
          <ac:chgData name="Weifeng Xu" userId="e7aed605-a3dd-4d5a-a692-a87037af107b" providerId="ADAL" clId="{F99F8FFF-BA20-43EA-924B-4DF5D2A785F3}" dt="2026-02-20T15:37:21.489" v="147" actId="9405"/>
          <ac:inkMkLst>
            <pc:docMk/>
            <pc:sldMk cId="1079765392" sldId="335"/>
            <ac:inkMk id="21" creationId="{70769C08-2E59-E00F-F9C8-433BBA145968}"/>
          </ac:inkMkLst>
        </pc:inkChg>
        <pc:inkChg chg="add">
          <ac:chgData name="Weifeng Xu" userId="e7aed605-a3dd-4d5a-a692-a87037af107b" providerId="ADAL" clId="{F99F8FFF-BA20-43EA-924B-4DF5D2A785F3}" dt="2026-02-20T15:37:26.341" v="149"/>
          <ac:inkMkLst>
            <pc:docMk/>
            <pc:sldMk cId="1079765392" sldId="335"/>
            <ac:inkMk id="23" creationId="{06BAF94B-4D04-EF15-212A-E00E987160C8}"/>
          </ac:inkMkLst>
        </pc:inkChg>
      </pc:sldChg>
      <pc:sldChg chg="addSp modSp new mod modClrScheme chgLayout">
        <pc:chgData name="Weifeng Xu" userId="e7aed605-a3dd-4d5a-a692-a87037af107b" providerId="ADAL" clId="{F99F8FFF-BA20-43EA-924B-4DF5D2A785F3}" dt="2026-02-20T16:20:51.126" v="329"/>
        <pc:sldMkLst>
          <pc:docMk/>
          <pc:sldMk cId="3238618848" sldId="336"/>
        </pc:sldMkLst>
        <pc:spChg chg="add mod">
          <ac:chgData name="Weifeng Xu" userId="e7aed605-a3dd-4d5a-a692-a87037af107b" providerId="ADAL" clId="{F99F8FFF-BA20-43EA-924B-4DF5D2A785F3}" dt="2026-02-20T16:20:51.126" v="329"/>
          <ac:spMkLst>
            <pc:docMk/>
            <pc:sldMk cId="3238618848" sldId="336"/>
            <ac:spMk id="2" creationId="{1BE2F4A2-8006-73F0-D52C-6576447DC345}"/>
          </ac:spMkLst>
        </pc:spChg>
        <pc:spChg chg="add mod">
          <ac:chgData name="Weifeng Xu" userId="e7aed605-a3dd-4d5a-a692-a87037af107b" providerId="ADAL" clId="{F99F8FFF-BA20-43EA-924B-4DF5D2A785F3}" dt="2026-02-20T15:40:51.604" v="151" actId="700"/>
          <ac:spMkLst>
            <pc:docMk/>
            <pc:sldMk cId="3238618848" sldId="336"/>
            <ac:spMk id="3" creationId="{3D8F9B18-4E26-1058-1366-7BCAD83F0858}"/>
          </ac:spMkLst>
        </pc:spChg>
      </pc:sldChg>
      <pc:sldChg chg="addSp delSp modSp new mod modClrScheme chgLayout">
        <pc:chgData name="Weifeng Xu" userId="e7aed605-a3dd-4d5a-a692-a87037af107b" providerId="ADAL" clId="{F99F8FFF-BA20-43EA-924B-4DF5D2A785F3}" dt="2026-02-20T16:04:52.711" v="270" actId="14100"/>
        <pc:sldMkLst>
          <pc:docMk/>
          <pc:sldMk cId="3024099661" sldId="337"/>
        </pc:sldMkLst>
        <pc:spChg chg="add mod">
          <ac:chgData name="Weifeng Xu" userId="e7aed605-a3dd-4d5a-a692-a87037af107b" providerId="ADAL" clId="{F99F8FFF-BA20-43EA-924B-4DF5D2A785F3}" dt="2026-02-20T15:52:46.326" v="243" actId="1076"/>
          <ac:spMkLst>
            <pc:docMk/>
            <pc:sldMk cId="3024099661" sldId="337"/>
            <ac:spMk id="8" creationId="{F500ECE9-C7F4-E509-423C-5E2C1D4C8328}"/>
          </ac:spMkLst>
        </pc:spChg>
        <pc:spChg chg="add mod">
          <ac:chgData name="Weifeng Xu" userId="e7aed605-a3dd-4d5a-a692-a87037af107b" providerId="ADAL" clId="{F99F8FFF-BA20-43EA-924B-4DF5D2A785F3}" dt="2026-02-20T15:52:46.326" v="243" actId="1076"/>
          <ac:spMkLst>
            <pc:docMk/>
            <pc:sldMk cId="3024099661" sldId="337"/>
            <ac:spMk id="14" creationId="{1B80C2DA-02E8-8816-AA65-D74DF90A151D}"/>
          </ac:spMkLst>
        </pc:spChg>
        <pc:spChg chg="add mod">
          <ac:chgData name="Weifeng Xu" userId="e7aed605-a3dd-4d5a-a692-a87037af107b" providerId="ADAL" clId="{F99F8FFF-BA20-43EA-924B-4DF5D2A785F3}" dt="2026-02-20T16:04:48.385" v="269" actId="1076"/>
          <ac:spMkLst>
            <pc:docMk/>
            <pc:sldMk cId="3024099661" sldId="337"/>
            <ac:spMk id="19" creationId="{2F24850C-D104-2AF8-6CBA-CC385DDAFB72}"/>
          </ac:spMkLst>
        </pc:spChg>
        <pc:picChg chg="add mod">
          <ac:chgData name="Weifeng Xu" userId="e7aed605-a3dd-4d5a-a692-a87037af107b" providerId="ADAL" clId="{F99F8FFF-BA20-43EA-924B-4DF5D2A785F3}" dt="2026-02-20T15:52:46.326" v="243" actId="1076"/>
          <ac:picMkLst>
            <pc:docMk/>
            <pc:sldMk cId="3024099661" sldId="337"/>
            <ac:picMk id="16" creationId="{BF7BE5E0-E089-AD23-D794-0E74BE100A3C}"/>
          </ac:picMkLst>
        </pc:picChg>
        <pc:picChg chg="add mod">
          <ac:chgData name="Weifeng Xu" userId="e7aed605-a3dd-4d5a-a692-a87037af107b" providerId="ADAL" clId="{F99F8FFF-BA20-43EA-924B-4DF5D2A785F3}" dt="2026-02-20T15:52:46.326" v="243" actId="1076"/>
          <ac:picMkLst>
            <pc:docMk/>
            <pc:sldMk cId="3024099661" sldId="337"/>
            <ac:picMk id="18" creationId="{D8BFC6EE-A56E-CBBC-C695-8716033027A5}"/>
          </ac:picMkLst>
        </pc:picChg>
        <pc:picChg chg="add mod">
          <ac:chgData name="Weifeng Xu" userId="e7aed605-a3dd-4d5a-a692-a87037af107b" providerId="ADAL" clId="{F99F8FFF-BA20-43EA-924B-4DF5D2A785F3}" dt="2026-02-20T15:53:58.676" v="245" actId="1076"/>
          <ac:picMkLst>
            <pc:docMk/>
            <pc:sldMk cId="3024099661" sldId="337"/>
            <ac:picMk id="23" creationId="{E8197B2D-3A8B-8B73-B254-DBB100E66304}"/>
          </ac:picMkLst>
        </pc:picChg>
        <pc:cxnChg chg="add mod">
          <ac:chgData name="Weifeng Xu" userId="e7aed605-a3dd-4d5a-a692-a87037af107b" providerId="ADAL" clId="{F99F8FFF-BA20-43EA-924B-4DF5D2A785F3}" dt="2026-02-20T16:04:52.711" v="270" actId="14100"/>
          <ac:cxnSpMkLst>
            <pc:docMk/>
            <pc:sldMk cId="3024099661" sldId="337"/>
            <ac:cxnSpMk id="21" creationId="{93BBE961-D7C5-F246-9E80-EF89319288C3}"/>
          </ac:cxnSpMkLst>
        </pc:cxnChg>
      </pc:sldChg>
      <pc:sldChg chg="addSp modSp new mod">
        <pc:chgData name="Weifeng Xu" userId="e7aed605-a3dd-4d5a-a692-a87037af107b" providerId="ADAL" clId="{F99F8FFF-BA20-43EA-924B-4DF5D2A785F3}" dt="2026-02-20T16:02:59.052" v="254" actId="1076"/>
        <pc:sldMkLst>
          <pc:docMk/>
          <pc:sldMk cId="1112280236" sldId="338"/>
        </pc:sldMkLst>
        <pc:spChg chg="add mod">
          <ac:chgData name="Weifeng Xu" userId="e7aed605-a3dd-4d5a-a692-a87037af107b" providerId="ADAL" clId="{F99F8FFF-BA20-43EA-924B-4DF5D2A785F3}" dt="2026-02-20T16:02:56.535" v="253" actId="1076"/>
          <ac:spMkLst>
            <pc:docMk/>
            <pc:sldMk cId="1112280236" sldId="338"/>
            <ac:spMk id="3" creationId="{02413474-AE31-005F-D7D4-584079BEF14A}"/>
          </ac:spMkLst>
        </pc:spChg>
        <pc:picChg chg="add mod">
          <ac:chgData name="Weifeng Xu" userId="e7aed605-a3dd-4d5a-a692-a87037af107b" providerId="ADAL" clId="{F99F8FFF-BA20-43EA-924B-4DF5D2A785F3}" dt="2026-02-20T16:02:59.052" v="254" actId="1076"/>
          <ac:picMkLst>
            <pc:docMk/>
            <pc:sldMk cId="1112280236" sldId="338"/>
            <ac:picMk id="5" creationId="{6A94D62B-10E1-F66D-3B79-3121549F8717}"/>
          </ac:picMkLst>
        </pc:picChg>
      </pc:sldChg>
      <pc:sldChg chg="addSp modSp new mod modClrScheme chgLayout">
        <pc:chgData name="Weifeng Xu" userId="e7aed605-a3dd-4d5a-a692-a87037af107b" providerId="ADAL" clId="{F99F8FFF-BA20-43EA-924B-4DF5D2A785F3}" dt="2026-02-20T16:21:51.049" v="336"/>
        <pc:sldMkLst>
          <pc:docMk/>
          <pc:sldMk cId="738319342" sldId="339"/>
        </pc:sldMkLst>
        <pc:spChg chg="add mod">
          <ac:chgData name="Weifeng Xu" userId="e7aed605-a3dd-4d5a-a692-a87037af107b" providerId="ADAL" clId="{F99F8FFF-BA20-43EA-924B-4DF5D2A785F3}" dt="2026-02-20T16:21:51.049" v="336"/>
          <ac:spMkLst>
            <pc:docMk/>
            <pc:sldMk cId="738319342" sldId="339"/>
            <ac:spMk id="2" creationId="{59FC1792-A3F6-1DE6-ABD7-C479F578F5A5}"/>
          </ac:spMkLst>
        </pc:spChg>
        <pc:spChg chg="add mod">
          <ac:chgData name="Weifeng Xu" userId="e7aed605-a3dd-4d5a-a692-a87037af107b" providerId="ADAL" clId="{F99F8FFF-BA20-43EA-924B-4DF5D2A785F3}" dt="2026-02-20T16:05:54.351" v="272" actId="700"/>
          <ac:spMkLst>
            <pc:docMk/>
            <pc:sldMk cId="738319342" sldId="339"/>
            <ac:spMk id="3" creationId="{28A3045F-3136-D2A0-9112-9B38CA06DB58}"/>
          </ac:spMkLst>
        </pc:spChg>
      </pc:sldChg>
      <pc:sldChg chg="addSp delSp modSp new mod">
        <pc:chgData name="Weifeng Xu" userId="e7aed605-a3dd-4d5a-a692-a87037af107b" providerId="ADAL" clId="{F99F8FFF-BA20-43EA-924B-4DF5D2A785F3}" dt="2026-02-20T16:27:32.904" v="387"/>
        <pc:sldMkLst>
          <pc:docMk/>
          <pc:sldMk cId="535257427" sldId="340"/>
        </pc:sldMkLst>
        <pc:spChg chg="add mod">
          <ac:chgData name="Weifeng Xu" userId="e7aed605-a3dd-4d5a-a692-a87037af107b" providerId="ADAL" clId="{F99F8FFF-BA20-43EA-924B-4DF5D2A785F3}" dt="2026-02-20T16:26:04.855" v="343" actId="1076"/>
          <ac:spMkLst>
            <pc:docMk/>
            <pc:sldMk cId="535257427" sldId="340"/>
            <ac:spMk id="5" creationId="{E167884D-2A50-92A4-E9FE-565F89C7C20F}"/>
          </ac:spMkLst>
        </pc:spChg>
        <pc:spChg chg="add mod">
          <ac:chgData name="Weifeng Xu" userId="e7aed605-a3dd-4d5a-a692-a87037af107b" providerId="ADAL" clId="{F99F8FFF-BA20-43EA-924B-4DF5D2A785F3}" dt="2026-02-20T16:27:00.631" v="377" actId="207"/>
          <ac:spMkLst>
            <pc:docMk/>
            <pc:sldMk cId="535257427" sldId="340"/>
            <ac:spMk id="11" creationId="{52EFB436-6F76-985C-2EC1-1EC3274FCC99}"/>
          </ac:spMkLst>
        </pc:spChg>
        <pc:grpChg chg="mod">
          <ac:chgData name="Weifeng Xu" userId="e7aed605-a3dd-4d5a-a692-a87037af107b" providerId="ADAL" clId="{F99F8FFF-BA20-43EA-924B-4DF5D2A785F3}" dt="2026-02-20T16:26:37.707" v="347"/>
          <ac:grpSpMkLst>
            <pc:docMk/>
            <pc:sldMk cId="535257427" sldId="340"/>
            <ac:grpSpMk id="9" creationId="{61A0F343-9117-FD11-95D8-06430950C330}"/>
          </ac:grpSpMkLst>
        </pc:grpChg>
        <pc:grpChg chg="mod">
          <ac:chgData name="Weifeng Xu" userId="e7aed605-a3dd-4d5a-a692-a87037af107b" providerId="ADAL" clId="{F99F8FFF-BA20-43EA-924B-4DF5D2A785F3}" dt="2026-02-20T16:27:32.904" v="387"/>
          <ac:grpSpMkLst>
            <pc:docMk/>
            <pc:sldMk cId="535257427" sldId="340"/>
            <ac:grpSpMk id="20" creationId="{B9DE2B3F-A30F-19BD-7145-D19A94F29BD5}"/>
          </ac:grpSpMkLst>
        </pc:grpChg>
        <pc:picChg chg="add mod">
          <ac:chgData name="Weifeng Xu" userId="e7aed605-a3dd-4d5a-a692-a87037af107b" providerId="ADAL" clId="{F99F8FFF-BA20-43EA-924B-4DF5D2A785F3}" dt="2026-02-20T16:26:04.855" v="343" actId="1076"/>
          <ac:picMkLst>
            <pc:docMk/>
            <pc:sldMk cId="535257427" sldId="340"/>
            <ac:picMk id="3" creationId="{212F9211-0D23-7BF7-1A17-34678CD134D9}"/>
          </ac:picMkLst>
        </pc:picChg>
        <pc:inkChg chg="add">
          <ac:chgData name="Weifeng Xu" userId="e7aed605-a3dd-4d5a-a692-a87037af107b" providerId="ADAL" clId="{F99F8FFF-BA20-43EA-924B-4DF5D2A785F3}" dt="2026-02-20T16:26:27.470" v="344" actId="9405"/>
          <ac:inkMkLst>
            <pc:docMk/>
            <pc:sldMk cId="535257427" sldId="340"/>
            <ac:inkMk id="6" creationId="{E91C214A-1043-B457-DAB7-F69233F1219E}"/>
          </ac:inkMkLst>
        </pc:inkChg>
        <pc:inkChg chg="add mod">
          <ac:chgData name="Weifeng Xu" userId="e7aed605-a3dd-4d5a-a692-a87037af107b" providerId="ADAL" clId="{F99F8FFF-BA20-43EA-924B-4DF5D2A785F3}" dt="2026-02-20T16:26:37.707" v="347"/>
          <ac:inkMkLst>
            <pc:docMk/>
            <pc:sldMk cId="535257427" sldId="340"/>
            <ac:inkMk id="7" creationId="{F035E9A8-CAFF-6F05-8849-245727FFBEF7}"/>
          </ac:inkMkLst>
        </pc:inkChg>
        <pc:inkChg chg="add mod">
          <ac:chgData name="Weifeng Xu" userId="e7aed605-a3dd-4d5a-a692-a87037af107b" providerId="ADAL" clId="{F99F8FFF-BA20-43EA-924B-4DF5D2A785F3}" dt="2026-02-20T16:26:37.707" v="347"/>
          <ac:inkMkLst>
            <pc:docMk/>
            <pc:sldMk cId="535257427" sldId="340"/>
            <ac:inkMk id="8" creationId="{BB9D40FC-2056-058F-D0D7-CAAA0735C5CE}"/>
          </ac:inkMkLst>
        </pc:inkChg>
        <pc:inkChg chg="add">
          <ac:chgData name="Weifeng Xu" userId="e7aed605-a3dd-4d5a-a692-a87037af107b" providerId="ADAL" clId="{F99F8FFF-BA20-43EA-924B-4DF5D2A785F3}" dt="2026-02-20T16:26:39.103" v="348" actId="9405"/>
          <ac:inkMkLst>
            <pc:docMk/>
            <pc:sldMk cId="535257427" sldId="340"/>
            <ac:inkMk id="10" creationId="{FD310412-C288-1619-1D55-868DC141EE35}"/>
          </ac:inkMkLst>
        </pc:inkChg>
        <pc:inkChg chg="add mod">
          <ac:chgData name="Weifeng Xu" userId="e7aed605-a3dd-4d5a-a692-a87037af107b" providerId="ADAL" clId="{F99F8FFF-BA20-43EA-924B-4DF5D2A785F3}" dt="2026-02-20T16:27:32.904" v="387"/>
          <ac:inkMkLst>
            <pc:docMk/>
            <pc:sldMk cId="535257427" sldId="340"/>
            <ac:inkMk id="13" creationId="{D52AEA12-6F5B-98B6-3A24-2261BD7A428C}"/>
          </ac:inkMkLst>
        </pc:inkChg>
        <pc:inkChg chg="add mod">
          <ac:chgData name="Weifeng Xu" userId="e7aed605-a3dd-4d5a-a692-a87037af107b" providerId="ADAL" clId="{F99F8FFF-BA20-43EA-924B-4DF5D2A785F3}" dt="2026-02-20T16:27:32.904" v="387"/>
          <ac:inkMkLst>
            <pc:docMk/>
            <pc:sldMk cId="535257427" sldId="340"/>
            <ac:inkMk id="14" creationId="{6550100D-1F98-0C18-FC60-52063BB7E25A}"/>
          </ac:inkMkLst>
        </pc:inkChg>
        <pc:inkChg chg="add mod">
          <ac:chgData name="Weifeng Xu" userId="e7aed605-a3dd-4d5a-a692-a87037af107b" providerId="ADAL" clId="{F99F8FFF-BA20-43EA-924B-4DF5D2A785F3}" dt="2026-02-20T16:27:32.904" v="387"/>
          <ac:inkMkLst>
            <pc:docMk/>
            <pc:sldMk cId="535257427" sldId="340"/>
            <ac:inkMk id="15" creationId="{DDB1A0BD-2861-1486-79C8-0090A75D128E}"/>
          </ac:inkMkLst>
        </pc:inkChg>
        <pc:inkChg chg="add mod">
          <ac:chgData name="Weifeng Xu" userId="e7aed605-a3dd-4d5a-a692-a87037af107b" providerId="ADAL" clId="{F99F8FFF-BA20-43EA-924B-4DF5D2A785F3}" dt="2026-02-20T16:27:32.904" v="387"/>
          <ac:inkMkLst>
            <pc:docMk/>
            <pc:sldMk cId="535257427" sldId="340"/>
            <ac:inkMk id="16" creationId="{35D1C2BB-5915-C256-0B27-84FC3DE4ED77}"/>
          </ac:inkMkLst>
        </pc:inkChg>
        <pc:inkChg chg="add mod">
          <ac:chgData name="Weifeng Xu" userId="e7aed605-a3dd-4d5a-a692-a87037af107b" providerId="ADAL" clId="{F99F8FFF-BA20-43EA-924B-4DF5D2A785F3}" dt="2026-02-20T16:27:32.904" v="387"/>
          <ac:inkMkLst>
            <pc:docMk/>
            <pc:sldMk cId="535257427" sldId="340"/>
            <ac:inkMk id="17" creationId="{52A05449-51A1-F6B4-0EAA-991183855AAC}"/>
          </ac:inkMkLst>
        </pc:inkChg>
        <pc:inkChg chg="add mod">
          <ac:chgData name="Weifeng Xu" userId="e7aed605-a3dd-4d5a-a692-a87037af107b" providerId="ADAL" clId="{F99F8FFF-BA20-43EA-924B-4DF5D2A785F3}" dt="2026-02-20T16:27:32.904" v="387"/>
          <ac:inkMkLst>
            <pc:docMk/>
            <pc:sldMk cId="535257427" sldId="340"/>
            <ac:inkMk id="18" creationId="{92CCB352-AFAF-C63A-D27E-A74DA28B593D}"/>
          </ac:inkMkLst>
        </pc:inkChg>
        <pc:inkChg chg="add mod">
          <ac:chgData name="Weifeng Xu" userId="e7aed605-a3dd-4d5a-a692-a87037af107b" providerId="ADAL" clId="{F99F8FFF-BA20-43EA-924B-4DF5D2A785F3}" dt="2026-02-20T16:27:32.904" v="387"/>
          <ac:inkMkLst>
            <pc:docMk/>
            <pc:sldMk cId="535257427" sldId="340"/>
            <ac:inkMk id="19" creationId="{7C37BEA1-614C-4BDB-C102-3722CB6D9A73}"/>
          </ac:inkMkLst>
        </pc:inkChg>
      </pc:sldChg>
      <pc:sldChg chg="addSp delSp modSp new mod">
        <pc:chgData name="Weifeng Xu" userId="e7aed605-a3dd-4d5a-a692-a87037af107b" providerId="ADAL" clId="{F99F8FFF-BA20-43EA-924B-4DF5D2A785F3}" dt="2026-02-20T16:45:24.364" v="418" actId="1076"/>
        <pc:sldMkLst>
          <pc:docMk/>
          <pc:sldMk cId="422145437" sldId="341"/>
        </pc:sldMkLst>
        <pc:spChg chg="add mod">
          <ac:chgData name="Weifeng Xu" userId="e7aed605-a3dd-4d5a-a692-a87037af107b" providerId="ADAL" clId="{F99F8FFF-BA20-43EA-924B-4DF5D2A785F3}" dt="2026-02-20T16:40:24.395" v="403" actId="1076"/>
          <ac:spMkLst>
            <pc:docMk/>
            <pc:sldMk cId="422145437" sldId="341"/>
            <ac:spMk id="4" creationId="{9F23CEB2-3095-0407-F1C0-FE206E0B9B51}"/>
          </ac:spMkLst>
        </pc:spChg>
        <pc:picChg chg="add mod">
          <ac:chgData name="Weifeng Xu" userId="e7aed605-a3dd-4d5a-a692-a87037af107b" providerId="ADAL" clId="{F99F8FFF-BA20-43EA-924B-4DF5D2A785F3}" dt="2026-02-20T16:45:24.364" v="418" actId="1076"/>
          <ac:picMkLst>
            <pc:docMk/>
            <pc:sldMk cId="422145437" sldId="341"/>
            <ac:picMk id="12" creationId="{DD6A1361-D505-C0CE-BB00-2B719D302026}"/>
          </ac:picMkLst>
        </pc:picChg>
        <pc:cxnChg chg="add mod">
          <ac:chgData name="Weifeng Xu" userId="e7aed605-a3dd-4d5a-a692-a87037af107b" providerId="ADAL" clId="{F99F8FFF-BA20-43EA-924B-4DF5D2A785F3}" dt="2026-02-20T16:42:31.043" v="412" actId="13822"/>
          <ac:cxnSpMkLst>
            <pc:docMk/>
            <pc:sldMk cId="422145437" sldId="341"/>
            <ac:cxnSpMk id="8" creationId="{0AB87DB5-1407-94B0-D318-1832E7423C83}"/>
          </ac:cxnSpMkLst>
        </pc:cxnChg>
      </pc:sldChg>
      <pc:sldChg chg="addSp delSp modSp new mod modClrScheme chgLayout">
        <pc:chgData name="Weifeng Xu" userId="e7aed605-a3dd-4d5a-a692-a87037af107b" providerId="ADAL" clId="{F99F8FFF-BA20-43EA-924B-4DF5D2A785F3}" dt="2026-02-20T17:01:42.043" v="455" actId="1076"/>
        <pc:sldMkLst>
          <pc:docMk/>
          <pc:sldMk cId="912512666" sldId="342"/>
        </pc:sldMkLst>
        <pc:spChg chg="add mod">
          <ac:chgData name="Weifeng Xu" userId="e7aed605-a3dd-4d5a-a692-a87037af107b" providerId="ADAL" clId="{F99F8FFF-BA20-43EA-924B-4DF5D2A785F3}" dt="2026-02-20T17:00:44.803" v="452" actId="1076"/>
          <ac:spMkLst>
            <pc:docMk/>
            <pc:sldMk cId="912512666" sldId="342"/>
            <ac:spMk id="7" creationId="{7472F0D3-10D1-5DD6-AF98-71820A156FD1}"/>
          </ac:spMkLst>
        </pc:spChg>
        <pc:picChg chg="add mod">
          <ac:chgData name="Weifeng Xu" userId="e7aed605-a3dd-4d5a-a692-a87037af107b" providerId="ADAL" clId="{F99F8FFF-BA20-43EA-924B-4DF5D2A785F3}" dt="2026-02-20T17:01:42.043" v="455" actId="1076"/>
          <ac:picMkLst>
            <pc:docMk/>
            <pc:sldMk cId="912512666" sldId="342"/>
            <ac:picMk id="6" creationId="{A5452CE1-67DE-7F49-52BD-966E52E78811}"/>
          </ac:picMkLst>
        </pc:picChg>
      </pc:sldChg>
      <pc:sldChg chg="addSp modSp new mod">
        <pc:chgData name="Weifeng Xu" userId="e7aed605-a3dd-4d5a-a692-a87037af107b" providerId="ADAL" clId="{F99F8FFF-BA20-43EA-924B-4DF5D2A785F3}" dt="2026-02-20T17:36:30.303" v="462" actId="1076"/>
        <pc:sldMkLst>
          <pc:docMk/>
          <pc:sldMk cId="2977780068" sldId="343"/>
        </pc:sldMkLst>
        <pc:spChg chg="add mod">
          <ac:chgData name="Weifeng Xu" userId="e7aed605-a3dd-4d5a-a692-a87037af107b" providerId="ADAL" clId="{F99F8FFF-BA20-43EA-924B-4DF5D2A785F3}" dt="2026-02-20T17:36:26.694" v="461"/>
          <ac:spMkLst>
            <pc:docMk/>
            <pc:sldMk cId="2977780068" sldId="343"/>
            <ac:spMk id="2" creationId="{892BD16F-7AF7-4109-57E0-E201C1D9279A}"/>
          </ac:spMkLst>
        </pc:spChg>
        <pc:picChg chg="add mod">
          <ac:chgData name="Weifeng Xu" userId="e7aed605-a3dd-4d5a-a692-a87037af107b" providerId="ADAL" clId="{F99F8FFF-BA20-43EA-924B-4DF5D2A785F3}" dt="2026-02-20T17:36:30.303" v="462" actId="1076"/>
          <ac:picMkLst>
            <pc:docMk/>
            <pc:sldMk cId="2977780068" sldId="343"/>
            <ac:picMk id="3" creationId="{91D7A951-312C-6C0C-A7FA-2DAF08B81346}"/>
          </ac:picMkLst>
        </pc:picChg>
      </pc:sldChg>
      <pc:sldChg chg="addSp delSp modSp new mod">
        <pc:chgData name="Weifeng Xu" userId="e7aed605-a3dd-4d5a-a692-a87037af107b" providerId="ADAL" clId="{F99F8FFF-BA20-43EA-924B-4DF5D2A785F3}" dt="2026-02-22T17:09:52.661" v="600" actId="1076"/>
        <pc:sldMkLst>
          <pc:docMk/>
          <pc:sldMk cId="3825261292" sldId="344"/>
        </pc:sldMkLst>
        <pc:spChg chg="add del mod">
          <ac:chgData name="Weifeng Xu" userId="e7aed605-a3dd-4d5a-a692-a87037af107b" providerId="ADAL" clId="{F99F8FFF-BA20-43EA-924B-4DF5D2A785F3}" dt="2026-02-22T17:08:04.317" v="559" actId="478"/>
          <ac:spMkLst>
            <pc:docMk/>
            <pc:sldMk cId="3825261292" sldId="344"/>
            <ac:spMk id="15" creationId="{DFFBDC16-EF9E-6A79-217F-FD2CBDFE911C}"/>
          </ac:spMkLst>
        </pc:spChg>
        <pc:spChg chg="add mod">
          <ac:chgData name="Weifeng Xu" userId="e7aed605-a3dd-4d5a-a692-a87037af107b" providerId="ADAL" clId="{F99F8FFF-BA20-43EA-924B-4DF5D2A785F3}" dt="2026-02-22T17:09:52.661" v="600" actId="1076"/>
          <ac:spMkLst>
            <pc:docMk/>
            <pc:sldMk cId="3825261292" sldId="344"/>
            <ac:spMk id="16" creationId="{A746BE2B-5F46-89CC-291D-78D9070E38D5}"/>
          </ac:spMkLst>
        </pc:spChg>
        <pc:picChg chg="add mod">
          <ac:chgData name="Weifeng Xu" userId="e7aed605-a3dd-4d5a-a692-a87037af107b" providerId="ADAL" clId="{F99F8FFF-BA20-43EA-924B-4DF5D2A785F3}" dt="2026-02-22T16:57:38.950" v="474" actId="1076"/>
          <ac:picMkLst>
            <pc:docMk/>
            <pc:sldMk cId="3825261292" sldId="344"/>
            <ac:picMk id="3" creationId="{0027410D-50AD-9A75-A864-5C04A5B329E6}"/>
          </ac:picMkLst>
        </pc:picChg>
        <pc:picChg chg="add del">
          <ac:chgData name="Weifeng Xu" userId="e7aed605-a3dd-4d5a-a692-a87037af107b" providerId="ADAL" clId="{F99F8FFF-BA20-43EA-924B-4DF5D2A785F3}" dt="2026-02-22T16:57:40.993" v="476" actId="22"/>
          <ac:picMkLst>
            <pc:docMk/>
            <pc:sldMk cId="3825261292" sldId="344"/>
            <ac:picMk id="5" creationId="{1DB11D2C-6689-3582-CAD8-B372B8B97B11}"/>
          </ac:picMkLst>
        </pc:picChg>
        <pc:picChg chg="add del">
          <ac:chgData name="Weifeng Xu" userId="e7aed605-a3dd-4d5a-a692-a87037af107b" providerId="ADAL" clId="{F99F8FFF-BA20-43EA-924B-4DF5D2A785F3}" dt="2026-02-22T16:57:49.926" v="478" actId="22"/>
          <ac:picMkLst>
            <pc:docMk/>
            <pc:sldMk cId="3825261292" sldId="344"/>
            <ac:picMk id="7" creationId="{0160414D-8A5F-7B2F-4947-8879B61C4EC3}"/>
          </ac:picMkLst>
        </pc:picChg>
        <pc:picChg chg="add del">
          <ac:chgData name="Weifeng Xu" userId="e7aed605-a3dd-4d5a-a692-a87037af107b" providerId="ADAL" clId="{F99F8FFF-BA20-43EA-924B-4DF5D2A785F3}" dt="2026-02-22T16:58:01.578" v="480" actId="22"/>
          <ac:picMkLst>
            <pc:docMk/>
            <pc:sldMk cId="3825261292" sldId="344"/>
            <ac:picMk id="9" creationId="{AFEF8ACF-82C0-7B65-1C8D-BF7028665BD1}"/>
          </ac:picMkLst>
        </pc:picChg>
        <pc:picChg chg="add del">
          <ac:chgData name="Weifeng Xu" userId="e7aed605-a3dd-4d5a-a692-a87037af107b" providerId="ADAL" clId="{F99F8FFF-BA20-43EA-924B-4DF5D2A785F3}" dt="2026-02-22T16:58:11.211" v="482" actId="22"/>
          <ac:picMkLst>
            <pc:docMk/>
            <pc:sldMk cId="3825261292" sldId="344"/>
            <ac:picMk id="11" creationId="{979720B8-FE48-B664-2C47-513B5A0F3E79}"/>
          </ac:picMkLst>
        </pc:picChg>
        <pc:picChg chg="add del">
          <ac:chgData name="Weifeng Xu" userId="e7aed605-a3dd-4d5a-a692-a87037af107b" providerId="ADAL" clId="{F99F8FFF-BA20-43EA-924B-4DF5D2A785F3}" dt="2026-02-22T16:58:42.439" v="484" actId="22"/>
          <ac:picMkLst>
            <pc:docMk/>
            <pc:sldMk cId="3825261292" sldId="344"/>
            <ac:picMk id="13" creationId="{70A2FAFC-FA93-F3F2-EC27-A403F871F03D}"/>
          </ac:picMkLst>
        </pc:picChg>
        <pc:cxnChg chg="add mod">
          <ac:chgData name="Weifeng Xu" userId="e7aed605-a3dd-4d5a-a692-a87037af107b" providerId="ADAL" clId="{F99F8FFF-BA20-43EA-924B-4DF5D2A785F3}" dt="2026-02-22T17:09:52.661" v="600" actId="1076"/>
          <ac:cxnSpMkLst>
            <pc:docMk/>
            <pc:sldMk cId="3825261292" sldId="344"/>
            <ac:cxnSpMk id="17" creationId="{FB7C26C8-29F6-D7C4-D5A9-94DD26294BD0}"/>
          </ac:cxnSpMkLst>
        </pc:cxnChg>
      </pc:sldChg>
      <pc:sldChg chg="addSp modSp new mod">
        <pc:chgData name="Weifeng Xu" userId="e7aed605-a3dd-4d5a-a692-a87037af107b" providerId="ADAL" clId="{F99F8FFF-BA20-43EA-924B-4DF5D2A785F3}" dt="2026-02-22T17:14:15.050" v="601" actId="207"/>
        <pc:sldMkLst>
          <pc:docMk/>
          <pc:sldMk cId="175423095" sldId="345"/>
        </pc:sldMkLst>
        <pc:spChg chg="add mod">
          <ac:chgData name="Weifeng Xu" userId="e7aed605-a3dd-4d5a-a692-a87037af107b" providerId="ADAL" clId="{F99F8FFF-BA20-43EA-924B-4DF5D2A785F3}" dt="2026-02-22T17:14:15.050" v="601" actId="207"/>
          <ac:spMkLst>
            <pc:docMk/>
            <pc:sldMk cId="175423095" sldId="345"/>
            <ac:spMk id="5" creationId="{730C7CA8-6D04-9EFD-701E-F74B81806984}"/>
          </ac:spMkLst>
        </pc:spChg>
        <pc:spChg chg="add mod">
          <ac:chgData name="Weifeng Xu" userId="e7aed605-a3dd-4d5a-a692-a87037af107b" providerId="ADAL" clId="{F99F8FFF-BA20-43EA-924B-4DF5D2A785F3}" dt="2026-02-22T17:07:46.522" v="558" actId="1076"/>
          <ac:spMkLst>
            <pc:docMk/>
            <pc:sldMk cId="175423095" sldId="345"/>
            <ac:spMk id="8" creationId="{647D66CC-D3CC-4413-181E-0C2D19A59E43}"/>
          </ac:spMkLst>
        </pc:spChg>
        <pc:spChg chg="add mod">
          <ac:chgData name="Weifeng Xu" userId="e7aed605-a3dd-4d5a-a692-a87037af107b" providerId="ADAL" clId="{F99F8FFF-BA20-43EA-924B-4DF5D2A785F3}" dt="2026-02-22T17:09:11.039" v="597" actId="20577"/>
          <ac:spMkLst>
            <pc:docMk/>
            <pc:sldMk cId="175423095" sldId="345"/>
            <ac:spMk id="9" creationId="{408103EA-5108-2042-C3D3-3BEA035BB6CC}"/>
          </ac:spMkLst>
        </pc:spChg>
        <pc:picChg chg="add mod">
          <ac:chgData name="Weifeng Xu" userId="e7aed605-a3dd-4d5a-a692-a87037af107b" providerId="ADAL" clId="{F99F8FFF-BA20-43EA-924B-4DF5D2A785F3}" dt="2026-02-22T17:07:28.734" v="552" actId="1076"/>
          <ac:picMkLst>
            <pc:docMk/>
            <pc:sldMk cId="175423095" sldId="345"/>
            <ac:picMk id="3" creationId="{92736757-EAA0-BE2A-C3A6-3791D6DE739F}"/>
          </ac:picMkLst>
        </pc:picChg>
        <pc:picChg chg="add">
          <ac:chgData name="Weifeng Xu" userId="e7aed605-a3dd-4d5a-a692-a87037af107b" providerId="ADAL" clId="{F99F8FFF-BA20-43EA-924B-4DF5D2A785F3}" dt="2026-02-22T17:05:14.312" v="518"/>
          <ac:picMkLst>
            <pc:docMk/>
            <pc:sldMk cId="175423095" sldId="345"/>
            <ac:picMk id="4" creationId="{2E01886E-BA97-07FF-75D3-1DAF0F935708}"/>
          </ac:picMkLst>
        </pc:picChg>
        <pc:picChg chg="add mod">
          <ac:chgData name="Weifeng Xu" userId="e7aed605-a3dd-4d5a-a692-a87037af107b" providerId="ADAL" clId="{F99F8FFF-BA20-43EA-924B-4DF5D2A785F3}" dt="2026-02-22T17:07:28.734" v="552" actId="1076"/>
          <ac:picMkLst>
            <pc:docMk/>
            <pc:sldMk cId="175423095" sldId="345"/>
            <ac:picMk id="7" creationId="{59F54210-7A7B-3AE5-1467-B8FB73CEF450}"/>
          </ac:picMkLst>
        </pc:picChg>
        <pc:cxnChg chg="add mod">
          <ac:chgData name="Weifeng Xu" userId="e7aed605-a3dd-4d5a-a692-a87037af107b" providerId="ADAL" clId="{F99F8FFF-BA20-43EA-924B-4DF5D2A785F3}" dt="2026-02-22T17:08:30.179" v="563" actId="13822"/>
          <ac:cxnSpMkLst>
            <pc:docMk/>
            <pc:sldMk cId="175423095" sldId="345"/>
            <ac:cxnSpMk id="11" creationId="{4EDA8444-948B-B0D6-FC37-0B8E79B20EBB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3:49.9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0 24575,'0'540'0,"0"-525"0,-2-1 0,-6 28 0,-2 14 0,13-79 0,2 1 0,0 0 0,2 0 0,0 0 0,1 1 0,1 0 0,1 1 0,18-28 0,19-14 0,-36 50 0,0-2 0,-1 1 0,-1-2 0,0 1 0,7-17 0,-14 25 0,0 1 0,1 0 0,0 0 0,0 1 0,0-1 0,1 0 0,-1 1 0,1 0 0,0 0 0,6-4 0,-9 7 0,0 0 0,1 0 0,-1 0 0,1 0 0,-1 1 0,1-1 0,0 1 0,-1-1 0,1 1 0,0-1 0,-1 1 0,1 0 0,0 0 0,-1 0 0,1 0 0,0 0 0,0 0 0,-1 0 0,1 0 0,0 1 0,-1-1 0,1 1 0,0-1 0,-1 1 0,1 0 0,-1 0 0,1-1 0,-1 1 0,0 0 0,1 0 0,-1 1 0,0-1 0,1 0 0,-1 0 0,0 1 0,0-1 0,1 3 0,2 2 0,-1 1 0,0-1 0,-1 1 0,0 0 0,0 0 0,0-1 0,-1 1 0,0 0 0,0 0 0,-1 0 0,0 1 0,0-1 0,-2 9 0,1-5 0,1 0 0,0 1 0,1-1 0,3 14 0,0 2 0,0 0 0,-1 0 0,-2 0 0,-2 34 0,1-38 0,2-44 0,2 1 0,0-1 0,1 1 0,1 0 0,1 0 0,1 1 0,14-27 0,4 4 0,18-37 0,-41 74 0,0 1 0,-1-1 0,2 1 0,-1-1 0,0 1 0,1 0 0,0 0 0,0 1 0,0-1 0,0 1 0,1 0 0,-1 0 0,1 0 0,8-3 0,-11 5 0,0 1 0,0-1 0,0 0 0,0 1 0,1 0 0,-1-1 0,0 1 0,0 0 0,1 0 0,-1 0 0,0 0 0,0 1 0,1-1 0,-1 1 0,0-1 0,0 1 0,0 0 0,0 0 0,0 0 0,0 0 0,0 0 0,0 0 0,0 0 0,0 1 0,-1-1 0,1 1 0,0-1 0,-1 1 0,1 0 0,-1 0 0,0-1 0,1 1 0,-1 0 0,0 0 0,0 0 0,-1 0 0,2 3 0,2 6 0,-1-1 0,-1 1 0,1 0 0,0 12 0,-2-11 0,1 0 0,1 0 0,4 15 0,10 20 0,-3 0 0,10 51 0,-6-18-1365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3:53.0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24575,'1'8'0,"0"0"0,0 0 0,1 1 0,3 7 0,4 30 0,6 76 0,2-4 0,-8-42 0,-8-55 0,8 36 0,-6-33 0,-3-20 0,0-1 0,0 1 0,1 0 0,-1 0 0,1-1 0,0 1 0,0-1 0,0 1 0,0-1 0,1 1 0,3 5 0,-5-9 0,1 0 0,-1 0 0,1 1 0,-1-1 0,0 0 0,1 0 0,-1 0 0,1 0 0,-1 0 0,1 0 0,-1 0 0,1 0 0,-1-1 0,0 1 0,1 0 0,-1 0 0,1 0 0,-1 0 0,1 0 0,-1-1 0,0 1 0,1 0 0,-1 0 0,0-1 0,1 1 0,-1 0 0,0-1 0,1 1 0,-1 0 0,0-1 0,0 1 0,1-1 0,-1 1 0,0 0 0,0-1 0,0 1 0,0-1 0,1 0 0,7-16 0,4-23 0,9-28 0,-15 51 0,0 0 0,3-18 0,9-29 0,-5 20 0,-10 31 0,1-1 0,0 0 0,9-18 0,-11 29 0,-1 0 0,1 0 0,0 1 0,-1-1 0,1 1 0,0-1 0,1 1 0,-1 0 0,0 0 0,1 0 0,-1 0 0,1 0 0,-1 0 0,1 1 0,0-1 0,0 1 0,0 0 0,0 0 0,0 0 0,5-1 0,-6 2 0,0 0 0,1 0 0,-1 0 0,0 1 0,0-1 0,0 0 0,0 1 0,0 0 0,0-1 0,0 1 0,0 0 0,0 0 0,0 0 0,-1 0 0,1 1 0,0-1 0,-1 0 0,1 1 0,-1-1 0,1 1 0,1 2 0,28 44 0,-14-19 0,-13-22 0,0 1 0,0 0 0,-1 0 0,0 0 0,0 0 0,-1 0 0,0 1 0,-1-1 0,1 16 0,4 18 0,-2-18 0,-1-1 0,-1 41 0,-3-42 0,2 0 0,1 0 0,6 33 0,0 6 0,3-75 0,3-12 0,-7 9 0,0 0 0,-1-1 0,-1 1 0,3-21 0,-1 8 0,16-51 0,-2 12 0,-18 57 0,0 0 0,1 1 0,1-1 0,0 1 0,11-17 0,-14 23 0,1 1 0,0 0 0,1 0 0,-1 0 0,1 1 0,0-1 0,0 1 0,0 0 0,0 0 0,0 0 0,1 0 0,-1 1 0,1 0 0,0 0 0,-1 0 0,7-1 0,-8 2 0,0 1 0,0 0 0,0 0 0,1 0 0,-1 0 0,0 0 0,0 1 0,1 0 0,-1-1 0,0 1 0,0 0 0,0 0 0,0 1 0,0-1 0,0 1 0,-1-1 0,1 1 0,3 3 0,3 3 0,0 0 0,0 1 0,10 13 0,-15-17 0,4 7 0,0 0 0,-1 0 0,-1 1 0,0 0 0,7 24 0,-6-18 0,17 34 0,-16-37 0,-2 0 0,1 0 0,6 31 0,3 8 0,-16-55-28,0 0-1,0 0 1,0 1-1,0-1 1,0 0 0,1 0-1,-1 1 1,0-1-1,0 0 1,0 0-1,0 0 1,0 1-1,0-1 1,0 0 0,0 0-1,0 0 1,1 0-1,-1 1 1,0-1-1,0 0 1,0 0-1,0 0 1,1 0 0,-1 0-1,0 0 1,0 1-1,0-1 1,1 0-1,-1 0 1,0 0-1,0 0 1,0 0 0,1 0-1,-1 0 1,0 0-1,0 0 1,0 0-1,1 0 1,-1 0-1,0 0 1,0 0 0,0 0-1,1 0 1,-1 0-1,0 0 1,0 0-1,1-1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4:00.2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24575,'2'1'0,"0"-1"0,0 0 0,0 1 0,0-1 0,-1 1 0,1-1 0,0 1 0,-1 0 0,1 0 0,0 0 0,-1 0 0,1 0 0,-1 0 0,1 0 0,-1 1 0,0-1 0,0 1 0,1-1 0,-1 0 0,0 1 0,0 0 0,0-1 0,-1 1 0,1 0 0,0-1 0,-1 1 0,1 0 0,-1 0 0,1 0 0,-1-1 0,0 1 0,0 2 0,2 11 0,-1 0 0,0-1 0,-3 18 0,2-16 0,0 69 0,-2 62 0,-8-95 0,7-38 0,0-1 0,-1 24 0,5 232 0,-1-265 0,0 0 0,1 0 0,-1 0 0,1-1 0,0 1 0,0 0 0,1-1 0,-1 1 0,1 0 0,-1-1 0,1 0 0,0 1 0,1-1 0,-1 0 0,0 0 0,1 0 0,0-1 0,0 1 0,6 4 0,21 25 0,-28-29 0,0 0 0,1 0 0,-1-1 0,0 0 0,1 1 0,0-1 0,-1 0 0,1 0 0,0 0 0,0-1 0,0 1 0,1-1 0,-1 1 0,0-1 0,0 0 0,1-1 0,-1 1 0,0 0 0,1-1 0,-1 0 0,1 0 0,-1 0 0,1 0 0,-1 0 0,0-1 0,1 1 0,-1-1 0,1 0 0,-1 0 0,4-2 0,1-1 0,0 1 0,-1-1 0,0 0 0,0-1 0,0 0 0,0 0 0,-1 0 0,0-1 0,0 0 0,0 0 0,7-11 0,40-75-1365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4:01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24575,'27'0'0,"1"1"0,-1-2 0,1 0 0,44-10 0,-37 3-455,1 1 0,58-5 0,-78 12-6371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4:03.2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 13 24575,'0'-1'0,"1"0"0,-1 0 0,0 1 0,1-1 0,-1 0 0,1 0 0,-1 1 0,1-1 0,-1 1 0,1-1 0,-1 0 0,1 1 0,0-1 0,-1 1 0,1-1 0,0 1 0,-1-1 0,2 1 0,-2 0 0,0 0 0,0 0 0,0 0 0,0 0 0,0 0 0,0 1 0,0-1 0,0 0 0,0 0 0,0 0 0,0 0 0,0 1 0,0-1 0,0 0 0,0 0 0,0 0 0,0 1 0,0-1 0,0 0 0,0 0 0,0 0 0,0 0 0,0 0 0,1 1 0,-1-1 0,0 0 0,0 0 0,0 0 0,0 0 0,0 0 0,0 0 0,1 1 0,-1-1 0,0 0 0,0 0 0,0 0 0,0 0 0,0 0 0,1 0 0,-1 0 0,0 0 0,0 0 0,0 0 0,0 0 0,1 0 0,-1 0 0,0 0 0,0 0 0,0 0 0,0 0 0,1 0 0,-1 0 0,0 0 0,0 0 0,0 0 0,0 0 0,1 0 0,-1 0 0,-12 21 0,-2-1 0,0 0 0,-21 23 0,32-41 0,1 1 0,-1 0 0,1 0 0,0 0 0,0 0 0,0 1 0,1-1 0,-1 0 0,1 1 0,0-1 0,0 1 0,0 0 0,-1 4 0,3-6 0,-1 0 0,0 0 0,0 1 0,1-1 0,0 0 0,-1 0 0,1 0 0,0 0 0,0 0 0,0 0 0,0-1 0,0 1 0,0 0 0,1 0 0,-1-1 0,0 1 0,1-1 0,0 1 0,-1-1 0,1 0 0,0 1 0,0-1 0,3 1 0,35 16 0,-35-17 0,1 1 0,-1 0 0,1 1 0,-1-1 0,0 1 0,0 0 0,0 1 0,0-1 0,-1 1 0,6 4 0,46 51 0,-35-39 0,-19-18 0,1 0 0,-1 0 0,0 0 0,0 0 0,0 1 0,0-1 0,0 1 0,0-1 0,0 1 0,-1 0 0,0-1 0,1 1 0,-1 0 0,0 0 0,1 6 0,3 12 0,3 19 0,-8-39 0,0 0 0,0 1 0,0-1 0,0 1 0,0-1 0,-1 0 0,1 1 0,0-1 0,-1 1 0,1-1 0,-1 0 0,0 1 0,1-1 0,-1 0 0,0 0 0,0 0 0,0 0 0,0 0 0,0 0 0,0 0 0,0 0 0,0 0 0,-2 1 0,-8 5 0,-12 7 0,-35 26 0,57-39 4,1-1 0,-1 1-1,0-1 1,1 1-1,-1-1 1,1 0 0,-1 1-1,0-1 1,1 1 0,-1-1-1,0 0 1,0 0-1,1 1 1,-1-1 0,0 0-1,0 0 1,1 0 0,-1 0-1,0 0 1,0 0-1,1 0 1,-1 0 0,0 0-1,0 0 1,1-1 0,-1 1-1,0 0 1,0 0-1,1-1 1,-1 1 0,0 0-1,0-1 1,-1-1-118,1 1-1,0 0 1,0-1 0,0 1 0,0-1 0,0 1-1,0-1 1,0 0 0,0 1 0,1-1-1,-1 0 1,0-1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4:04.6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24575,'1'23'0,"8"42"0,-5-42 0,2 40 0,-8 63 0,4 95 0,7-164 0,-6-39 0,0-1 0,1 25 0,-5 556 0,1-594 0,0-1 0,0-1 0,-1 0 0,1 1 0,1-1 0,-1 1 0,0-1 0,1 0 0,-1 1 0,1-1 0,-1 0 0,1 1 0,0-1 0,0 0 0,2 3 0,-3-5 0,1 0 0,-1 0 0,1-1 0,-1 1 0,1 0 0,-1 0 0,1 0 0,-1-1 0,0 1 0,1 0 0,-1-1 0,1 1 0,-1 0 0,0-1 0,1 1 0,-1-1 0,0 1 0,0 0 0,1-1 0,-1 1 0,0-1 0,0 1 0,0-1 0,1 1 0,-1-1 0,0 1 0,0-1 0,0 1 0,0-1 0,0 1 0,0-1 0,0 1 0,0-1 0,0 1 0,-1-1 0,5-23 0,-3-17-97,3-35 314,-3 70-352,0 1 0,1-1 0,-1 1 0,1-1 0,0 1 0,0-1 0,1 1 0,0 0 0,0 0 0,6-7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4:05.7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246 0 24575,'-5'2'0,"-1"0"0,1 1 0,0 0 0,0-1 0,0 2 0,0-1 0,0 1 0,-6 6 0,0 1 0,1 1 0,0 1 0,-11 18 0,-15 19 0,9-24 0,22-22 0,0 0 0,0 1 0,0 0 0,1 0 0,-1 0 0,-4 10 0,-5 5 0,10-14 0,0 0 0,0 0 0,0 1 0,1-1 0,-3 8 0,6-13 0,-1 1 0,1-1 0,0 0 0,-1 1 0,1-1 0,0 0 0,0 1 0,0-1 0,0 1 0,0-1 0,1 0 0,-1 1 0,0-1 0,0 0 0,1 1 0,-1-1 0,1 0 0,0 1 0,-1-1 0,1 0 0,0 0 0,-1 0 0,1 0 0,0 0 0,0 0 0,0 0 0,0 0 0,0 0 0,0 0 0,1 0 0,1 1 0,24 16 0,1 2 0,27 27 0,-44-38 16,0-1 0,0-1 0,1 0 0,25 10 0,7 5-1461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4:23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24575,'1'1'0,"0"-1"0,0 0 0,-1 1 0,1-1 0,0 1 0,0-1 0,0 1 0,-1 0 0,1-1 0,0 1 0,-1 0 0,1 0 0,-1-1 0,1 1 0,0 0 0,-1 0 0,0 0 0,1 0 0,0 1 0,9 24 0,-8-19 0,3 6 0,-2 0 0,0 1 0,0 0 0,0 22 0,5 27 0,3 2 53,-7-38-762,11 42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4:25.1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24575,'0'3'0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4:27.3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24575,'2'0'0,"-1"0"0,1 1 0,-1-1 0,0 1 0,1-1 0,-1 1 0,0-1 0,1 1 0,-1 0 0,0-1 0,0 1 0,0 0 0,0 0 0,0 0 0,0 0 0,0 0 0,0 0 0,0 0 0,0 1 0,1 1 0,15 34 0,-5-13 0,1-1 0,-2 1 0,0 0 0,-1 1 0,-2 0 0,8 36 0,-12-45 0,0 10 0,-5-23 0,2 1 0,-1 0 0,0-1 0,1 1 0,-1-1 0,1 1 0,0-1 0,0 1 0,1-1 0,-1 0 0,4 6 0,-4-10 0,0-1 0,0 1 0,0-1 0,0 1 0,0-1 0,0 1 0,0-1 0,0 0 0,-1 1 0,1-1 0,0 0 0,-1 0 0,0 0 0,1 1 0,-1-3 0,1-1 0,4-6 0,0 1 0,0 0 0,1 0 0,1 0 0,-1 1 0,14-14 0,8-12 0,-24 31 0,0 0 0,0 1 0,0-1 0,0 1 0,1 0 0,-1 0 0,1 1 0,0-1 0,0 1 0,0 0 0,0 0 0,0 1 0,0-1 0,0 1 0,1 0 0,-1 1 0,0-1 0,1 1 0,-1 0 0,0 0 0,1 1 0,-1 0 0,0 0 0,0 0 0,1 0 0,-1 1 0,0 0 0,0 0 0,0 0 0,6 5 0,-3 0 0,0 0 0,-1 0 0,0 1 0,0 0 0,-1 1 0,0-1 0,0 1 0,-1 0 0,0 0 0,-1 1 0,0 0 0,-1-1 0,4 16 0,0 2 0,-2 0 0,-1 0 0,0 53 0,-4-80 0,0 0 0,0 0 0,0 0 0,0 0 0,0 1 0,0-1 0,0 0 0,0 0 0,0 0 0,0 0 0,0 0 0,0 0 0,0 0 0,1 1 0,-1-1 0,0 0 0,0 0 0,0 0 0,0 0 0,0 0 0,0 0 0,0 0 0,0 1 0,0-1 0,0 0 0,0 0 0,1 0 0,-1 0 0,0 0 0,0 0 0,0 0 0,0 0 0,0 0 0,0 0 0,0 0 0,1 0 0,-1 0 0,0 0 0,0 0 0,0 0 0,0 0 0,0 0 0,0 0 0,0 0 0,1 0 0,-1 0 0,0 0 0,0 0 0,0 0 0,0 0 0,0 0 0,0 0 0,1 0 0,-1 0 0,0 0 0,0 0 0,0 0 0,0 0 0,0-1 0,0 1 0,0 0 0,11-9 0,8-13 0,67-109 0,-49 71 0,-29 46 0,15-22 0,-22 35 0,0-1 0,0 1 0,0-1 0,0 1 0,1-1 0,-1 1 0,0 0 0,1 0 0,-1 0 0,1 0 0,0 0 0,-1 0 0,1 0 0,0 0 0,0 0 0,2 0 0,-3 1 0,0 1 0,1-1 0,-1 0 0,0 1 0,0-1 0,1 1 0,-1 0 0,0-1 0,0 1 0,0 0 0,0 0 0,0-1 0,0 1 0,0 0 0,0 0 0,0 0 0,0 0 0,0 0 0,-1 1 0,1-1 0,0 0 0,-1 0 0,1 0 0,0 3 0,13 37 0,-11-30 0,16 39 36,-12-35-503,0 1 0,7 32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4:29.6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193 20 24575,'0'-1'0,"-1"0"0,1 0 0,0 1 0,-1-1 0,1 0 0,-1 0 0,1 0 0,-1 1 0,1-1 0,-1 0 0,0 1 0,1-1 0,-1 1 0,0-1 0,0 0 0,1 1 0,-1 0 0,0-1 0,0 1 0,0-1 0,0 1 0,1 0 0,-1 0 0,0-1 0,0 1 0,0 0 0,-1 0 0,-30-4 0,28 4 0,-2 0 0,0-1 0,1 1 0,-1 1 0,0-1 0,0 1 0,0 0 0,0 0 0,1 1 0,-1-1 0,1 1 0,-8 4 0,10-4 0,-1 0 0,2 0 0,-1 1 0,0-1 0,0 1 0,1 0 0,-1 0 0,1 0 0,0 0 0,0 0 0,0 0 0,1 1 0,-1-1 0,1 1 0,-1-1 0,1 1 0,0-1 0,1 1 0,-1 5 0,-8 28 0,6-30 0,1-1 0,0 1 0,1 0 0,-1-1 0,1 1 0,1 0 0,-1 0 0,1 0 0,1 0 0,-1 0 0,3 9 0,-3-14 0,1-1 0,-1 1 0,1-1 0,0 1 0,0-1 0,0 0 0,0 1 0,0-1 0,0 0 0,0 0 0,0 1 0,1-1 0,-1 0 0,0 0 0,1 0 0,-1-1 0,1 1 0,-1 0 0,1 0 0,-1-1 0,1 1 0,-1-1 0,1 0 0,-1 1 0,1-1 0,0 0 0,-1 0 0,1 0 0,0 0 0,-1 0 0,1 0 0,0 0 0,-1-1 0,1 1 0,-1-1 0,1 1 0,0-1 0,-1 0 0,0 1 0,1-1 0,1-1 0,5-2 0,0-1 0,-1 1 0,0-1 0,0-1 0,0 1 0,7-10 0,-13 14 0,0 0 0,0 0 0,0 0 0,0 0 0,0 0 0,0 0 0,1 0 0,-1 0 0,0 0 0,0 1 0,1-1 0,-1 0 0,0 1 0,1-1 0,1 0 0,-2 1 0,-1 0 0,1 1 0,-1-1 0,1 0 0,0 0 0,-1 0 0,1 1 0,-1-1 0,1 0 0,-1 0 0,0 1 0,1-1 0,-1 1 0,1-1 0,-1 0 0,0 1 0,1-1 0,-1 1 0,0-1 0,1 1 0,-1-1 0,0 1 0,0-1 0,1 1 0,-1-1 0,0 1 0,0 0 0,2 8 0,0-1 0,-1 1 0,-1 0 0,1 11 0,0 8 0,13 91 0,-12-96 0,7 45 0,-5-38 0,2 45 0,-6-49 0,0 3 0,-1-1 0,-4 29 0,3-46 0,0-1 0,-1 0 0,0 0 0,-1 0 0,0 0 0,-1-1 0,0 1 0,0-1 0,-7 9 0,-4 7-61,14-21-16,0-1 0,0 1 1,0 0-1,0-1 0,-1 1 1,1-1-1,-1 0 0,0 0 1,0 0-1,0 0 0,0 0 0,-1-1 1,1 1-1,-1-1 0,0 0 1,-4 2-1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4:30.6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294 1 24575,'0'12'0,"0"-1"0,-1 1 0,0 0 0,0-1 0,-2 1 0,1-1 0,-1 0 0,-1 0 0,0 0 0,-1 0 0,0 0 0,0-1 0,-1 0 0,-9 12 0,7-11 0,1 1 0,0 1 0,0-1 0,2 1 0,-6 17 0,-10 20 0,9-20 0,2 1 0,1 0 0,1 0 0,-6 51 0,2-9 0,6-43 0,-15 94 0,12-70 0,-1 27 0,8-66-136,0 0-1,-1 0 1,-1 0-1,-1 0 1,0 0-1,0-1 1,-2 0-1,0 0 0,-15 22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4:38.0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230 686 24575,'-22'0'0,"-1"1"0,0 1 0,-31 7 0,46-8 0,1 1 0,0 0 0,-1 0 0,1 1 0,-12 6 0,16-7 0,0 0 0,0 1 0,1-1 0,-1 0 0,1 1 0,0 0 0,0 0 0,0 0 0,0 0 0,0 0 0,1 0 0,-1 0 0,1 0 0,-2 7 0,-1 4 0,0-5 0,2 1 0,-1-1 0,1 1 0,-1 12 0,3-20 0,0 1 0,0 0 0,0-1 0,0 1 0,1-1 0,-1 1 0,1-1 0,0 1 0,-1-1 0,1 1 0,0-1 0,1 1 0,-1-1 0,0 0 0,1 0 0,-1 0 0,1 0 0,0 0 0,-1 0 0,1 0 0,3 1 0,29 28 0,-30-26 0,1 0 0,-1-1 0,1 1 0,0-1 0,1 0 0,-1-1 0,1 1 0,-1-1 0,1 0 0,0 0 0,0-1 0,1 0 0,-1 0 0,0 0 0,7 0 0,-4-1 0,0 0 0,0-1 0,1 0 0,-1-1 0,11-1 0,-17 1 0,0 0 0,1 0 0,-1 0 0,0-1 0,0 1 0,1-1 0,-1 0 0,0 0 0,-1 0 0,1 0 0,0 0 0,-1-1 0,1 1 0,-1-1 0,0 0 0,3-3 0,9-13 0,26-27 0,-30 36 0,-1 1 0,-1-1 0,1-1 0,-1 0 0,-1 0 0,0-1 0,-1 1 0,6-17 0,-5 12 0,0-1 0,16-27 0,-13 28 0,-1-1 0,8-24 0,12-24 0,-21 49 0,-1 0 0,0-1 0,6-24 0,5-24 0,-11 41 0,8-40 0,2-19 0,-11 61 0,-1 0 0,-1-1 0,2-39 0,-7-27 0,2 108 0,-1 0 0,-1-1 0,-1 1 0,0-1 0,-2 0 0,-6 24 0,0-12 0,1 0 0,2 1 0,1 0 0,2 1 0,0-1 0,3 1 0,2 35 0,-1 510 0,0-572 0,-1-1 0,2 1 0,-1-1 0,0 1 0,1-1 0,0 0 0,0 1 0,0-1 0,1 0 0,-1 0 0,4 6 0,27-51 0,45-31-1365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4:39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 24575,'0'0'0,"0"-1"0,0 1 0,0-1 0,0 1 0,0-1 0,0 1 0,0-1 0,0 1 0,0-1 0,1 1 0,-1 0 0,0-1 0,0 1 0,0-1 0,1 1 0,-1 0 0,0-1 0,0 1 0,1-1 0,-1 1 0,0 0 0,1-1 0,-1 1 0,0 0 0,1 0 0,-1-1 0,1 1 0,-1 0 0,0 0 0,1 0 0,0-1 0,16 3 0,-13-1 0,0 1 0,-1-1 0,1 1 0,-1 0 0,1 0 0,5 5 0,-5-2 0,1 1 0,-1 0 0,-1-1 0,1 1 0,-1 1 0,0-1 0,-1 0 0,1 1 0,-1-1 0,2 14 0,0 5 0,-1 44 0,-3-49 0,1 1 0,6 35 0,-4-40-1365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4:39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24575,'0'3'0,"0"4"0,0 5 0,0 3 0,0 3 0,0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4:41.8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 13 24575,'0'0'0,"0"0"0,0-1 0,0 1 0,0-1 0,0 1 0,0-1 0,0 1 0,0-1 0,0 1 0,0-1 0,0 1 0,0-1 0,-1 1 0,1-1 0,0 1 0,0 0 0,-1-1 0,1 1 0,0-1 0,0 1 0,-1 0 0,1-1 0,0 1 0,-1 0 0,1 0 0,-1-1 0,1 1 0,0 0 0,-1 0 0,1-1 0,-1 1 0,1 0 0,-1 0 0,1 0 0,-1 0 0,1 0 0,-1 0 0,1 0 0,-1 0 0,1 0 0,-1 0 0,1 0 0,0 0 0,-1 0 0,1 0 0,-1 0 0,1 0 0,-1 0 0,1 1 0,-1-1 0,1 0 0,0 0 0,-1 1 0,1-1 0,-1 0 0,1 0 0,0 1 0,-1-1 0,1 1 0,-25 18 0,-17 24 0,27-30 0,1 1 0,1 0 0,0 2 0,1-1 0,-15 26 0,25-38 0,1 0 0,-1-1 0,1 1 0,0 0 0,0 0 0,0 0 0,1 0 0,-1 0 0,1 0 0,0 0 0,-1 0 0,1 0 0,0 0 0,1 0 0,-1 0 0,1 0 0,-1 0 0,2 3 0,-1-4 0,0 0 0,1 0 0,-1-1 0,1 1 0,-1 0 0,1 0 0,0-1 0,0 1 0,0-1 0,-1 0 0,1 1 0,1-1 0,-1 0 0,0 0 0,0 0 0,0-1 0,0 1 0,1 0 0,-1-1 0,0 1 0,1-1 0,-1 0 0,4 0 0,54-2 0,-50 1 0,1-1 0,-1 2 0,0 0 0,0 0 0,0 1 0,1 0 0,-1 1 0,17 4 0,-25-4 0,0-1 0,0 1 0,0-1 0,0 1 0,0 0 0,0 0 0,0-1 0,-1 1 0,1 0 0,-1 1 0,1-1 0,-1 0 0,0 0 0,0 1 0,0-1 0,0 1 0,0-1 0,0 0 0,-1 1 0,1 0 0,-1-1 0,0 4 0,1 9 0,0 0 0,-4 26 0,2-17 0,0-15 15,0 1 0,0-1 0,-1 1 0,0-1 0,-1 0 0,1 1 0,-8 13 0,9-21-66,0 1 0,-1 0-1,1-1 1,-1 1 0,1-1 0,-1 0 0,0 1-1,0-1 1,0 0 0,0 0 0,0 0 0,-1 0-1,1-1 1,-1 1 0,1 0 0,-1-1-1,1 0 1,-1 0 0,0 0 0,0 0 0,0 0-1,1 0 1,-1-1 0,0 1 0,0-1 0,0 0-1,0 0 1,-6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4:43.9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1 24575,'0'539'0,"-1"-524"0,-1 0 0,-5 24 0,-3 27 0,8-31 0,-10 45 0,12-75 0,-3 17 0,2 1 0,1 29 0,-1 19 0,1-69-105,-1 0 0,1 0 0,0 0 0,-1 0 0,1 0 0,-1 0 0,0 0 0,0 0 0,0 0 0,0 0 0,0 0 0,-2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4:45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193 0 24575,'-4'2'0,"1"1"0,0-1 0,0 1 0,1-1 0,-1 1 0,0 0 0,1 0 0,0 0 0,-4 7 0,-2 0 0,-43 47 0,29-34 0,1 1 0,-24 36 0,42-56 0,1 1 0,0 0 0,1-1 0,-1 1 0,1 0 0,0 0 0,0 0 0,0 0 0,1 0 0,-1 0 0,1 0 0,1 0 0,-1 0 0,1 0 0,-1 0 0,2 0 0,-1 0 0,0-1 0,1 1 0,0 0 0,0-1 0,0 1 0,1-1 0,-1 0 0,1 1 0,0-1 0,1-1 0,-1 1 0,7 5 0,1 2 0,0 0 0,-1 1 0,0 0 0,10 17 0,-12-16 0,0-1 0,1-1 0,1 1 0,20 18 0,-23-26 0,-1 0 0,1-1 0,0 0 0,1 0 0,-1-1 0,0 1 0,1-2 0,-1 1 0,1-1 0,0 0 0,13 0 0,-20-2 0,1 0 0,-1 1 0,1-1 0,-1 0 0,0 0 0,0 0 0,0 0 0,1-1 0,-1 1 0,0 0 0,0 0 0,0-1 0,-1 1 0,1 0 0,0-1 0,0 1 0,-1-1 0,1 1 0,-1-1 0,1 1 0,-1-1 0,0 1 0,0-1 0,0-2 0,1-45 0,-1 37 0,-1-11-1365,0 2-5461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5:22.9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159 0 24575,'0'560'0,"-1"-546"0,-1 1 0,-5 25 0,-3 25 0,11 22 0,-2 37 0,-3-96 0,-2-1 0,-1 0 0,-13 35 0,2-10 0,-3 23 0,21-74 0,0 0 0,0 0 0,-1 0 0,1 0 0,0 0 0,0 0 0,-1 0 0,1 0 0,-1 0 0,1 0 0,-1 0 0,1 0 0,-1 0 0,1 0 0,-1 0 0,0 0 0,1-1 0,-1 1 0,0 0 0,0-1 0,0 1 0,-1 1 0,1-2 0,0 0 0,0 0 0,0-1 0,1 1 0,-1 0 0,0 0 0,0 0 0,0-1 0,0 1 0,1 0 0,-1-1 0,0 1 0,0-1 0,1 1 0,-1-1 0,0 1 0,1-1 0,-1 0 0,1 1 0,-1-1 0,0-1 0,-3-2 0,1-1 0,0 0 0,0 0 0,0 0 0,1 0 0,0 0 0,-3-8 0,2-11 0,0 0 0,2 0 0,2-48 0,1 17 0,-1 43 0,0 0 0,1 0 0,0 0 0,1 0 0,0 1 0,1-1 0,0 1 0,1 0 0,0 0 0,1 0 0,0 1 0,0-1 0,1 2 0,11-12 0,-14 16 0,0 0 0,-1 0 0,1 0 0,-1-1 0,5-9 0,-6 10 0,0 0 0,0 1 0,0-1 0,1 1 0,0 0 0,0 0 0,0 0 0,1 0 0,-1 1 0,6-5 0,-2 3 0,0 0 0,1 0 0,-1 1 0,1 0 0,-1 0 0,1 1 0,1 0 0,8-2 0,-12 4 0,0-1 0,0 0 0,0 0 0,-1 0 0,9-6 0,-9 5 0,0 0 0,1 1 0,-1 0 0,1 0 0,-1 0 0,1 0 0,6-1 0,6 1 0,-1 0 0,1 1 0,0 1 0,0 0 0,29 6 0,-38-5 0,-1 0 0,0 1 0,0 0 0,0 1 0,0-1 0,0 1 0,0 0 0,-1 1 0,0 0 0,1 0 0,-1 0 0,-1 1 0,1 0 0,-1 0 0,8 9 0,2 6 0,-11-16 0,-1-1 0,0 1 0,-1 0 0,1 0 0,-1 0 0,0 0 0,0 0 0,0 1 0,0-1 0,-1 1 0,1-1 0,-1 1 0,-1-1 0,2 7 0,-1 2 0,0 1 0,-1-1 0,0 0 0,-1 1 0,0-1 0,-1 0 0,-1 0 0,0 0 0,0 0 0,-2-1 0,1 1 0,-2-1 0,0 0 0,-8 14 0,6-18 0,0-1 0,0 0 0,0 0 0,-1 0 0,0-1 0,0-1 0,-1 1 0,-15 5 0,-10 7 0,30-15 20,-1 0 0,0 0 0,0-1 0,0 0 0,-7 2 0,11-4-98,0 1 0,0-1 0,0 0-1,0 1 1,-1-1 0,1 0 0,0 0 0,0-1 0,0 1-1,0 0 1,0-1 0,0 1 0,0-1 0,0 0 0,0 0-1,0 0 1,0 1 0,-3-4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5:24.6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24575,'2'0'0,"1"0"0,-1 1 0,0-1 0,1 1 0,-1 0 0,1 0 0,-1 0 0,0 0 0,0 0 0,0 0 0,0 0 0,1 1 0,-2-1 0,1 1 0,0 0 0,0 0 0,0-1 0,-1 1 0,1 0 0,-1 0 0,0 1 0,1-1 0,-1 0 0,0 0 0,0 0 0,0 1 0,-1-1 0,1 1 0,-1-1 0,1 4 0,2 8 0,-1 0 0,0 0 0,-2 26 0,1-21 0,1 0 0,4 22 0,-2-21 0,2 36 0,-7 561 0,2-603 0,0 1 0,7 25 0,1 25 0,-8-53 0,-1 11 0,1 0 0,9 42 0,-7-49-1365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5:25.7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24575,'1'14'0,"0"0"0,1-1 0,4 15 0,-2-13 0,-2 0 0,2 21 0,-1 0 0,8 46 0,-10-79 0,4 44 0,-2 1 0,-5 71 0,0-30 0,2 448 0,0-531 0,0-3 0,0-1 0,-1 1 0,1-1 0,1 1 0,-1-1 0,0 1 0,1 0 0,-1-1 0,1 1 0,0-1 0,-1 0 0,1 1 0,3 3 0,-4-6 0,1 0 0,-1 0 0,0 0 0,1 0 0,-1 1 0,1-1 0,-1-1 0,1 1 0,-1 0 0,1 0 0,-1 0 0,0 0 0,1 0 0,-1 0 0,1 0 0,-1 0 0,0-1 0,1 1 0,-1 0 0,1 0 0,-1-1 0,0 1 0,1 0 0,-1-1 0,0 1 0,1 0 0,-1-1 0,0 1 0,0 0 0,1-1 0,11-14 0,-10 13 0,3-6 0,0 1 0,-1-1 0,0 0 0,6-16 0,8-17 0,-9 30-1365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5:26.9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304 0 24575,'-23'26'0,"1"1"0,-22 34 0,-27 34 0,63-88 0,1-1 0,-1 1 0,-15 8 0,-17 16 0,34-26 0,-1 1 0,1 0 0,-1 1 0,1 0 0,1 0 0,-10 15 0,14-20 0,0 0 0,0 1 0,0-1 0,1 0 0,-1 1 0,1-1 0,0 1 0,-1-1 0,1 0 0,0 1 0,0-1 0,0 1 0,1-1 0,-1 1 0,1-1 0,-1 1 0,1-1 0,0 0 0,0 0 0,0 1 0,0-1 0,0 0 0,1 0 0,-1 0 0,0 0 0,4 3 0,58 61 0,-39-44 0,23 30 0,-41-44 0,1 0 0,0 0 0,0-1 0,1 0 0,0 0 0,0-1 0,1 0 0,13 8 0,4 7-284,-20-16-797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5:32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0 272 24575,'10'-1'0,"-1"-1"0,0 1 0,1-1 0,-1-1 0,0 0 0,0 0 0,-1-1 0,1 0 0,-1 0 0,0-1 0,11-8 0,25-13 0,-39 23 0,0 0 0,0-1 0,0 0 0,-1 0 0,1 0 0,-1 0 0,0-1 0,-1 0 0,7-9 0,-8 10 0,1 0 0,-1 0 0,1 0 0,1 0 0,-1 0 0,0 1 0,1-1 0,-1 1 0,1 0 0,0 0 0,0 0 0,1 1 0,-1 0 0,7-3 0,-6 3 0,-1 1 0,0-1 0,0 0 0,0 0 0,0 0 0,0 0 0,0-1 0,0 1 0,-1-1 0,1 0 0,-1 0 0,0-1 0,0 1 0,0-1 0,0 1 0,-1-1 0,1 0 0,-1 0 0,0 0 0,0 0 0,-1 0 0,1-1 0,0-4 0,-1 7 0,-1 1 0,0 0 0,0 0 0,1 0 0,-1-1 0,1 1 0,-1 0 0,1 0 0,-1 0 0,1 0 0,0 0 0,-1 0 0,1 0 0,0 0 0,1-1 0,-1 2 0,-1 0 0,1 0 0,-1 1 0,0-1 0,1 0 0,-1 0 0,0 1 0,1-1 0,-1 0 0,0 1 0,1-1 0,-1 1 0,0-1 0,0 0 0,1 1 0,-1-1 0,0 1 0,0-1 0,0 0 0,1 1 0,-1-1 0,0 1 0,0-1 0,0 1 0,0-1 0,0 1 0,5 43 0,-6 309 0,0-339 0,-1 1 0,-5 25 0,-3 25 0,10-53 0,1 111 0,-1-121 0,1 0 0,-1 0 0,1 0 0,0 0 0,-1 0 0,1-1 0,0 1 0,0 0 0,0 0 0,0 0 0,1-1 0,-1 1 0,0 0 0,1-1 0,-1 0 0,1 1 0,0-1 0,-1 0 0,1 0 0,0 1 0,0-1 0,-1-1 0,1 1 0,0 0 0,0 0 0,0-1 0,0 1 0,0-1 0,3 1 0,0 0 0,1-1 0,0 1 0,0-1 0,-1 0 0,1-1 0,0 1 0,0-1 0,-1 0 0,9-3 0,-14 4-42,1 0-1,-1 0 0,1 0 1,-1 0-1,1 0 0,-1 0 1,0 0-1,1 0 0,-1-1 1,1 1-1,-1 0 0,0 0 1,1-1-1,-1 1 0,1 0 1,-1 0-1,0-1 0,1 1 1,-1 0-1,0-1 0,0 1 1,1-1-1,-1 1 0,0 0 1,0-1-1,0 1 0,1-1 1,-1 1-1,0-1 0,0 1 1,0-1-1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5:33.8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24575,'0'4'0,"3"3"0,2 5 0,2 0 0,4 1 0,0 1 0,1-1 0,-1 1 0,0-3 0,-1 1 0,1 1 0,-2 1 0,-1 3 0,0-3 0,-1 0 0,1-2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5:36.9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274 20 24575,'0'-1'0,"0"0"0,-1 0 0,1 0 0,0 0 0,-1 1 0,1-1 0,-1 0 0,1 0 0,-1 1 0,0-1 0,1 0 0,-1 1 0,0-1 0,1 1 0,-1-1 0,0 1 0,0-1 0,0 1 0,1-1 0,-1 1 0,0 0 0,0-1 0,0 1 0,0 0 0,0 0 0,0 0 0,-1 0 0,-30-4 0,29 4 0,-2 0 0,0-1 0,1 2 0,-1-1 0,0 0 0,1 1 0,-1 0 0,1 0 0,-1 0 0,1 1 0,-1 0 0,1-1 0,0 2 0,0-1 0,0 0 0,0 1 0,0 0 0,0-1 0,1 2 0,0-1 0,-1 0 0,-4 7 0,-2 5 0,2 0 0,-1 0 0,2 1 0,-9 26 0,0-3 0,-22 77 0,34-106 0,1 0 0,0 0 0,1 0 0,0 1 0,0-1 0,1 14 0,3 69 0,0-34 0,-2 614-1365,0-656-5461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5T12:55:38.2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24575,'101'-2'0,"107"4"0,-151 8 0,-39-7 0,-1 0 0,25 1 0,42-3 0,141-4 0,-179-8-1365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5:36:43.53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481 1 24575,'-7'1'0,"-1"0"0,1 0 0,0 1 0,0 0 0,0 1 0,0 0 0,0 0 0,0 0 0,1 1 0,-12 8 0,-29 14 0,-83 15 0,-4 2 0,129-41 0,0 1 0,1 0 0,-1 0 0,1 0 0,0 0 0,0 1 0,0 0 0,0 0 0,1 0 0,-1 0 0,1 0 0,0 1 0,0 0 0,1-1 0,0 1 0,0 0 0,0 0 0,0 0 0,-1 7 0,-1 6 0,1 1 0,0-1 0,1 0 0,2 24 0,-1-6 0,1-16 0,0-1 0,5 38 0,-4-51 0,1 0 0,0 1 0,0-1 0,0 0 0,1 0 0,-1-1 0,2 1 0,-1 0 0,1-1 0,-1 0 0,1 0 0,9 8 0,6 3 0,0-1 0,30 18 0,-27-20 0,-2 1 0,25 21 0,-37-29 0,1 0 0,1 0 0,-1-1 0,1 0 0,0 0 0,0-1 0,0-1 0,14 4 0,-8-3 0,0 2 0,22 10 0,66 32 0,-94-43 0,0 0 0,0 0 0,1-1 0,-1-1 0,1 0 0,21 4 0,-3-4 0,37-1 0,9 0 0,-15 8 0,-43-6 0,-1-1 0,22 1 0,35-4 0,-44-1 0,0 1 0,0 2 0,-1 0 0,32 8 0,-37-6 0,0-1 0,-1 0 0,1-2 0,27-2 0,-25 0 0,0 1 0,-1 1 0,35 7 0,-9-1 0,1-1 0,0-3 0,74-5 0,-33 1 0,-76 0 0,1-1 0,28-6 0,-28 4 0,1 1 0,20-1 0,66 2 0,145-10 0,-160 5 0,-52 5 0,1-2 0,-1-1 0,-1-1 0,66-21 0,-98 25 0,0 1 0,0-1 0,0 0 0,0 0 0,0 0 0,-1-1 0,1 1 0,-1-1 0,0 0 0,1 0 0,-1 0 0,0-1 0,-1 1 0,1 0 0,-1-1 0,1 0 0,-1 0 0,0 0 0,-1 0 0,1 0 0,-1 0 0,1 0 0,-1 0 0,0-1 0,0-3 0,0 3 0,1 0 0,-1 0 0,1 1 0,0-1 0,1 1 0,-1-1 0,1 1 0,0 0 0,0 0 0,5-4 0,-5 4 0,1 0 0,-1 1 0,0-1 0,-1-1 0,1 1 0,0 0 0,-1-1 0,0 1 0,0-1 0,-1 1 0,2-8 0,0-7 0,-1 0 0,-1 0 0,-1 0 0,-1 0 0,-6-34 0,5 42 0,0 1 0,-1 0 0,-1 0 0,1 0 0,-2 0 0,1 0 0,-2 1 0,1 0 0,-1 0 0,0 0 0,-14-14 0,10 14 0,1 1 0,-1-1 0,0 2 0,-1-1 0,1 1 0,-2 1 0,1 0 0,-1 0 0,1 1 0,-2 1 0,1 0 0,0 1 0,-1 0 0,-23-2 0,17 3 0,0 0 0,1-2 0,-32-10 0,33 9 0,-1 0 0,0 1 0,0 1 0,-21-2 0,15 5 0,0-2 0,-46-8 0,-82-12 0,22 0 0,95 14 0,10 1 0,-1 2 0,0 1 0,-27-2 0,34 5 0,0-1 0,-19-5 0,18 3 0,-36-3 0,13 6 0,18 2 0,0-2 0,0-1 0,-40-8 0,31 4 0,0 2 0,0 1 0,0 2 0,-47 4 0,2-1 0,-246-2 0,286 4-1365,25 1-5461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5:36:48.96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853 21 24575,'0'-1'0,"-1"0"0,1 0 0,-1 0 0,1 1 0,-1-1 0,1 0 0,-1 0 0,1 0 0,-1 0 0,0 1 0,0-1 0,1 0 0,-1 0 0,0 1 0,0-1 0,0 1 0,0-1 0,0 1 0,0-1 0,0 1 0,0 0 0,0-1 0,0 1 0,0 0 0,0 0 0,0 0 0,-1-1 0,-34-3 0,32 4 0,-25 0 0,0 2 0,0 0 0,0 2 0,-44 12 0,-23 4 0,82-17 0,1 2 0,0-1 0,0 2 0,1-1 0,-1 2 0,1 0 0,1 0 0,-15 12 0,-16 9 0,-37 11 0,23-13 0,-84 50 0,136-74 0,0 0 0,0 1 0,1 0 0,-1 0 0,0 0 0,1 0 0,0 1 0,0-1 0,0 1 0,0 0 0,1 0 0,-1 0 0,1 0 0,0 1 0,0-1 0,0 0 0,1 1 0,0-1 0,0 1 0,-1 7 0,-1 10 0,2 1 0,1-1 0,2 28 0,1-6 0,-4-10 0,0-17 0,1 0 0,4 27 0,-3-39 0,0 0 0,1 1 0,-1-1 0,1 0 0,0 0 0,1 0 0,-1 0 0,1 0 0,0-1 0,0 1 0,0-1 0,5 5 0,92 109 0,-84-102 0,1-1 0,1-1 0,1 0 0,35 20 0,-26-17 0,38 30 0,-7-4 0,-44-34 0,0-2 0,1 0 0,-1-1 0,33 9 0,-28-10 0,0 2 0,30 13 0,-33-11 0,-1-1 0,1 0 0,0-2 0,0 0 0,1-1 0,0 0 0,0-2 0,0 0 0,1-1 0,20-1 0,-19-1 0,0 1 0,0 0 0,37 9 0,-19-4 0,0-2 0,1-2 0,-1-1 0,39-4 0,10 1 0,347 2 0,-409-1 0,0-2 0,29-6 0,-6 0 0,2 1 0,-14 2 0,0 2 0,38-1 0,-53 4 0,0-1 0,0-1 0,0-1 0,25-8 0,24-4 0,-25 10 0,-30 4 0,1 0 0,-1-1 0,0 0 0,21-8 0,-32 9 0,0 0 0,0 0 0,0 0 0,0-1 0,0 1 0,0-1 0,-1 0 0,1 0 0,-1-1 0,0 1 0,0-1 0,0 1 0,-1-1 0,1 0 0,-1 0 0,0 0 0,0 0 0,0-1 0,1-5 0,5-9 0,0 0 0,1 0 0,1 1 0,0 0 0,1 1 0,1 0 0,1 1 0,1 0 0,0 1 0,1 1 0,23-19 0,-30 27 0,-1-1 0,1 0 0,-2-1 0,1 0 0,-1 0 0,0 0 0,0-1 0,-1 0 0,-1 0 0,1 0 0,-1-1 0,-1 0 0,0 1 0,0-1 0,-1 0 0,0 0 0,-1-1 0,0 1 0,-1 0 0,-1-19 0,1 5 0,0 13 0,0 0 0,-1 1 0,0-1 0,-4-17 0,4 25 0,0 0 0,-1-1 0,1 1 0,-1 0 0,0 0 0,1 0 0,-2 0 0,1 0 0,0 0 0,0 0 0,-1 1 0,0 0 0,1-1 0,-1 1 0,0 0 0,0 0 0,-6-3 0,-61-37 0,48 27 0,-33-16 0,38 25 0,0 0 0,-1 1 0,0 0 0,0 2 0,-18-2 0,11 2 0,-46-12 0,44 8 0,-51-7 0,3 1 0,-68-9 0,28 10 0,19 3 0,4 0-221,-164 7-1,121 5 116,-409-3 106,524 1 80,1 1 0,-1 2 0,1 0 0,0 0 0,-20 9 0,2-1-11,11 0 51,25-11-158,1-1 0,-1 0 0,1 1 0,-1-1 0,0 0 0,1 1-1,0-1 1,-1 1 0,1-1 0,-1 1 0,1-1 0,-1 1 0,1-1 0,0 1 0,0 0 0,-1-1 0,1 1 0,0-1 0,0 1-1,-1 0 1,1-1 0,0 1 0,0 0 0,0-1 0,0 1 0,0 0 0,0-1 0,0 1 0,0 0 0,0-1 0,1 1 0,-1-1-1,0 1 1,0 0 0,0-1 0,1 1 0,-1-1 0,1 2 0,6 5-6788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5:36:53.05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2779 24575,'2'-3'0,"-1"-1"0,1 0 0,0 1 0,0-1 0,1 1 0,-1 0 0,0 0 0,2 0 0,3-5 0,-1 3 0,30-34 0,4 2 0,49-36 0,2-1 0,13-10 0,70-50 0,11-11 0,9-13 0,-176 145 0,-6 2 0,1 0 0,23-12 0,-29 18 0,1 1 0,-2-2 0,1 1 0,-1-1 0,7-9 0,-6 8 0,-1 0 0,1 1 0,0-1 0,13-6 0,107-70 0,-89 56 0,-16 11 0,0 1 0,25-11 0,-33 18 0,-1-1 0,0 0 0,0-1 0,19-18 0,-18 14 0,2 1 0,22-14 0,-29 20 0,0 0 0,0 0 0,0-1 0,9-13 0,20-16 0,-29 29 0,-1 0 0,-2 0 0,11-12 0,-10 11 0,-1 1 0,1-1 0,12-9 0,-15 16 0,4-4 0,1-1 0,-2-1 0,2 1 0,-2-1 0,1 0 0,-2-1 0,0 1 0,8-14 0,-10 15 0,1 0 0,0 1 0,0-1 0,0 1 0,0 0 0,1 1 0,0-1 0,13-8 0,1-2 0,-14 10 0,1 0 0,-2-1 0,1 0 0,7-12 0,14-18 0,-22 32 0,5-4 0,-2-1 0,1 0 0,12-21 0,-13 21 0,0-1 0,0 1 0,1 0 0,10-8 0,-7 6 0,19-24 0,-20 24 0,-2 1 0,2 0 0,0 0 0,15-10 0,26-24 0,39-42 0,-75 71 0,28-23 0,-32 31 0,-1-2 0,1 0 0,-1 0 0,-2-2 0,18-21 0,2-7 0,-20 27 0,0 1 0,11-22 0,-7 10 0,2 1 0,29-37 0,1-1 0,-35 44 0,-1-1 0,-1 0 0,0-1 0,6-22 0,-3-4 0,-8 32 0,-1 0 0,2 0 0,8-19 0,31-75 0,-43 106 0,0-1 0,1 0 0,-1 0 0,1 0 0,-1 0 0,0 0 0,0 1 0,0-2 0,0 1 0,0 1 0,0-1 0,-1 0 0,0-3 0,1 5 0,0-1 0,0 1 0,0 0 0,0-1 0,-1 1 0,1 0 0,0 0 0,-1 0 0,1 0 0,0-1 0,-1 1 0,1 0 0,0-1 0,-1 1 0,1 0 0,-1 0 0,1 0 0,0-1 0,-1 1 0,1 0 0,0 0 0,0 0 0,-1 0 0,0 0 0,-15 7 0,-11 13 0,-1-2 0,-32 18 0,54-33 22,0 0 1,0 2-1,0 0 0,0-1 0,-6 9 1,-18 14-1522,20-20-5327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5:36:54.10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0 24575,'2'1'0,"-1"0"0,0 0 0,1 0 0,0 0 0,-1 0 0,1 1 0,-1-1 0,1 0 0,-1 1 0,0-1 0,0 1 0,2 2 0,13 20 0,-7-11 0,-1 0 0,2-1 0,20 21 0,-26-28 0,1 0 0,-2 1 0,2 0 0,-2 0 0,1 0 0,3 11 0,-4-11 0,-1 0 0,1-1 0,0 0 0,-1 0 0,2-1 0,-1 1 0,0 0 0,2-1 0,-2 0 0,9 7 0,-3-4-227,0 2-1,-1-1 1,0 0-1,0 2 1,11 16-1,-12-16-6598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5:37:15.12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265 0 24575,'-5'0'0,"-1"1"0,1-1 0,0 1 0,-1 0 0,1 0 0,0 1 0,0-1 0,0 1 0,0 0 0,0 1 0,-8 5 0,1 0 0,1 1 0,1 1 0,-10 10 0,10-9 0,-1-1 0,1 0 0,-20 13 0,27-20 0,0-1 0,-1 2 0,1-1 0,1 0 0,-1 1 0,0-1 0,1 1 0,0 0 0,-1-1 0,2 1 0,-1 0 0,0 1 0,-1 7 0,-11 62 0,12-63 0,-3 52 0,3-38 0,-7 44 0,5-50 0,1 0 0,-2 36 0,5-48 0,0 0 0,0 0 0,1 0 0,0 0 0,0 0 0,1 0 0,0 0 0,0 0 0,0-1 0,1 1 0,4 6 0,-6-11 0,1 0 0,0 0 0,0 0 0,0 0 0,0 0 0,0 0 0,0 0 0,1-1 0,-1 1 0,1-1 0,-1 0 0,1 0 0,-1 0 0,6 1 0,41 5 0,-11-3 0,46 17 0,-51-11 0,0-3 0,0 0 0,0-2 0,43 1 0,-53-7 0,1 2 0,0 0 0,44 10 0,40 11 0,-82-17 0,0-2 0,1-1 0,-1-1 0,0-1 0,30-3 0,1-8 0,-40 7 0,-1 1 0,24-1 0,-25 3 0,11 1 0,-1-1 0,49-10 0,-45 5 0,-21 5 0,0 0 0,0-1 0,-1 0 0,1 0 0,-1-1 0,1 0 0,-1 0 0,0-1 0,0 0 0,0 0 0,0 0 0,-1-1 0,9-8 0,-10 8 0,1 0 0,1 1 0,-1 0 0,1 0 0,-1 0 0,1 0 0,11-3 0,-9 4 0,0-2 0,0 1 0,13-9 0,-17 7 0,1 0 0,-1 0 0,0-1 0,-1 1 0,1-1 0,-1 0 0,4-11 0,1 1 0,-6 9 0,1 0 0,-2-1 0,1 0 0,-1 1 0,0-1 0,-1 0 0,0 0 0,0-10 0,-1-9 0,-4-35 0,4 60 0,-1 0 0,0 0 0,1 0 0,-1 0 0,0 0 0,0 1 0,-1-1 0,1 0 0,-1 0 0,1 1 0,-1-1 0,0 1 0,0-1 0,0 1 0,0 0 0,0 0 0,-1 0 0,1 0 0,-4-2 0,-5-2 0,1 1 0,-1 0 0,-21-6 0,21 8 0,1-1 0,0 0 0,-18-10 0,16 5 0,0 1 0,-1 0 0,0 1 0,-1 0 0,0 1 0,0 0 0,0 1 0,0 1 0,-1 0 0,-19-2 0,-98-14 0,118 18 0,0 0 0,0-1 0,0-1 0,-24-9 0,-20-6 0,29 12 0,0 1 0,-1 2 0,-54-2 0,72 6-170,1-1-1,0 0 0,-1-1 1,1 0-1,0-1 0,0 0 1,-17-7-1,16 3-6655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5:37:19.98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27 3892 24575,'0'-29'0,"0"0"0,-2-1 0,-9-42 0,5 39 0,2 0 0,2-1 0,1 1 0,6-65 0,-3 87 0,0 0 0,1 0 0,0 0 0,9-19 0,-8 21 0,0-1 0,0 0 0,-1 0 0,-1-1 0,3-17 0,-3 8 0,1-1 0,1 1 0,0 0 0,13-32 0,39-74 0,-42 96 0,-9 22 0,-1 0 0,1 0 0,1 1 0,7-9 0,-8 11 0,0-1 0,0 0 0,0-1 0,-1 1 0,0-1 0,6-14 0,-7 15 0,0 0 0,0 0 0,1 0 0,0 0 0,0 1 0,1 0 0,9-10 0,12-14 0,-14 14 0,-1 2 0,2-1 0,0 2 0,26-21 0,-28 24 0,-1-1 0,17-21 0,-21 23 0,1 0 0,0 1 0,0-1 0,0 1 0,1 1 0,0 0 0,15-10 0,4 2 0,-1-1 0,-1-1 0,-1-1 0,40-37 0,-53 45 0,1 0 0,20-13 0,-22 17 0,-1-1 0,0-1 0,0 0 0,0 0 0,-1-1 0,8-8 0,-7 7 0,1 0 0,-1 0 0,2 1 0,0 0 0,0 1 0,0 0 0,1 1 0,12-5 0,45-27 0,24-22 0,-84 56 0,1 0 0,-1 0 0,1 1 0,0 0 0,0 0 0,11 0 0,-10 1 0,0 0 0,-1-1 0,1 0 0,-1-1 0,17-7 0,-6-1 0,12-8 0,2 2 0,-1 1 0,44-14 0,-27 8 0,-12 4 0,-34 16 0,0 1 0,1-2 0,-1 1 0,0 0 0,-1-1 0,1 0 0,5-7 0,-5 7 0,-1-1 0,1 1 0,0 0 0,0 0 0,1 1 0,7-5 0,17-4 0,-21 9 0,0 0 0,0-1 0,0 0 0,0 0 0,-1-1 0,1-1 0,14-11 0,-17 11 0,1 1 0,0 0 0,0 0 0,0 1 0,1 0 0,-1 1 0,1-1 0,8-2 0,26-12 0,2 3 0,-36 13 0,-1 0 0,0 0 0,0 0 0,0-1 0,8-5 0,14-7 0,-1 1 0,2 2 0,40-12 0,-44 15 0,21-5 0,-21 6 0,32-13 0,72-23 0,-52 0 0,-52 27 0,-14 11 0,1 0 0,0 1 0,24-7 0,9-3 0,172-92 0,-195 93 0,27-22 0,5-4 0,2 11 0,-45 24 0,-1-1 0,1 0 0,-1 0 0,0-1 0,14-12 0,-18 13 0,1 1 0,-1 0 0,1 0 0,16-7 0,-15 8 0,0 0 0,-1-1 0,1 0 0,10-9 0,-12 8 0,1 1 0,0 0 0,0 0 0,14-6 0,-13 7 0,-1 0 0,0 0 0,1-1 0,12-11 0,0-2 0,-10 9 0,-1 0 0,16-18 0,-18 18 0,1 0 0,0 1 0,18-13 0,-18 15 0,-1-1 0,0 1 0,0-2 0,0 1 0,11-15 0,-14 15 0,1 1 0,-1 0 0,1 0 0,1 1 0,-1 0 0,1 0 0,0 0 0,9-4 0,-10 6 0,-1 0 0,1 0 0,-1 0 0,0-1 0,0 0 0,0 0 0,-1 0 0,1-1 0,-1 0 0,0 0 0,0 0 0,0 0 0,-1 0 0,4-8 0,-4 6 0,0 1 0,1 0 0,0-1 0,1 1 0,0 1 0,-1-1 0,2 1 0,-1 0 0,10-7 0,-9 7 0,-1 0 0,1 0 0,-1 0 0,0-1 0,0 0 0,0 0 0,-1 0 0,0 0 0,5-10 0,-6 10 0,1-1 0,0 1 0,0 0 0,0 0 0,1 0 0,0 1 0,5-5 0,18-22 0,37-49 0,-22 30 0,-19 21 0,-1-2 0,-2-1 0,29-58 0,-27 28 0,-17 44 0,1 1 0,0 0 0,11-19 0,-9 20 0,-2-1 0,0 0 0,-1 0 0,-1-1 0,5-32 0,-1 6 0,-8 42 0,0 1 0,-1 0 0,1 0 0,-1-1 0,0 1 0,0 0 0,0-1 0,0 1 0,0 0 0,0-1 0,-1 1 0,-1-4 0,2 5 0,-1 0 0,1 1 0,-1-1 0,0 1 0,0-1 0,1 1 0,-1 0 0,0-1 0,0 1 0,1 0 0,-1-1 0,0 1 0,0 0 0,0 0 0,0 0 0,0 0 0,1 0 0,-1 0 0,0 0 0,0 0 0,0 0 0,0 0 0,0 0 0,1 0 0,-1 1 0,0-1 0,0 0 0,0 1 0,1-1 0,-1 1 0,0-1 0,0 0 0,1 1 0,-1 0 0,-1 0 0,-51 32 0,36-21 0,0-1 0,-1-1 0,-19 7 0,22-10-1365,3-1-5461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5:37:21.48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0 24575,'0'4'0,"0"4"0,3 2 0,2 2 0,4-1 0,-1 2 0,3-2 0,3-2 0,-1 0 0,-2 0-8191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5:37:26.34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1131 566 24498,'-1'22'0,"0"0"0,-1 0 0,-1 0 0,-1 0 0,-1 0 0,-1-1 0,0 1 0,-1-1 0,-1-1 0,-1 1 0,-1-1 0,0-1 0,-2 0 0,0 0 0,0-1 0,-2 0 0,0-1 0,-1 0 0,0-1 0,-1-1 0,-1 0 0,0-1 0,0-1 0,-2 0 0,1-1 0,-1-1 0,-1 0 0,0-2 0,0 0 0,-1-1 0,0 0 0,0-2 0,-1 0 0,1-2 0,-1 0 0,0-1 0,0-1 0,0 0 0,-1-2 0,1 0 0,0-2 0,0 0 0,0-1 0,0-1 0,0 0 0,1-2 0,0 0 0,0-2 0,0 0 0,1-1 0,0 0 0,0-2 0,1 0 0,0-1 0,1-1 0,0 0 0,1-1 0,1-1 0,0 0 0,0-1 0,2-1 0,0 0 0,0-1 0,1 0 0,1-1 0,1 0 0,1 0 0,0-1 0,1-1 0,1 1 0,1-1 0,0-1 0,2 1 0,0-1 0,1 0 0,1 0 0,1 0 0,1 0 0,0 0 0,2 0 0,0 0 0,1 0 0,1 0 0,1 0 0,1 0 0,0 1 0,2-1 0,0 1 0,1 1 0,1-1 0,1 1 0,0 1 0,1 0 0,1 0 0,1 1 0,1 0 0,0 1 0,0 0 0,2 1 0,0 1 0,0 0 0,1 1 0,1 1 0,0 0 0,1 1 0,0 1 0,1 0 0,0 2 0,0 0 0,1 1 0,0 0 0,0 2 0,0 0 0,1 2 0,0 0 0,0 1 0,0 1 0,0 0 0,0 2 0,1 0 0,-1 2 0,0 0 0,0 1 0,0 1 0,-1 0 0,1 2 0,-1 0 0,0 2 0,0 0 0,-1 1 0,0 0 0,0 2 0,-1 0 0,-1 1 0,1 1 0,-2 0 0,0 1 0,0 1 0,-1 0 0,-1 1 0,0 1 0,-1 0 0,0 1 0,-2 0 0,0 1 0,0 0 0,-2 0 0,0 1 0,-1 1 0,-1-1 0,-1 1 0,-1 1 0,0-1 0,-1 1 0,-1 0 0,-1 0 0,-1 0 0,-1 0 0,0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6:26:27.46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280 1 24575,'3'0'0,"0"0"0,-1 1 0,1 0 0,-1-1 0,1 1 0,-1 0 0,0 0 0,1 0 0,-1 0 0,0 1 0,0-1 0,0 1 0,1-1 0,1 3 0,28 31 0,-8-9 0,-5-9 0,-1 1 0,-1 1 0,-1 0 0,-1 1 0,0 1 0,18 37 0,-22-40 0,0 0 0,1 0 0,0-2 0,2 1 0,23 22 0,-34-35 0,1 0 0,-1 0 0,0 0 0,-1 1 0,1-1 0,-1 1 0,3 7 0,-4-8 0,1 1 0,0-1 0,0 0 0,0 0 0,1 0 0,0 0 0,-1 0 0,1-1 0,6 6 0,1 1 0,-1-1 0,-1 2 0,1-1 0,-2 1 0,1 0 0,-2 1 0,1-1 0,-2 1 0,7 17 0,-6-14 0,0 0 0,1 0 0,1-1 0,1 0 0,16 22 0,-17-27 0,0 1 0,-1 1 0,-1 0 0,1 0 0,-2 0 0,0 0 0,0 1 0,4 16 0,7 17 0,-6-23 0,0-2 0,16 22 0,16 33 0,81 173 0,-111-214 0,-10-28 0,0 0 0,0-1 0,0 1 0,1-1 0,-1 1 0,1-1 0,1 0 0,7 9 0,-1 0 0,-1-1 0,0 1 0,-1 0 0,0 1 0,10 28 0,-1-2 0,-12-28 0,-1 1 0,0-1 0,-2 1 0,1 0 0,0 27 0,3 16 0,14 59 0,-7-57 0,8 37 0,-15-75 0,-2 0 0,2 33 0,5 23 0,10 24 0,-15-69 0,-3 0 0,0 0 0,-2 0 0,-4 43 0,1 2 0,2 517 0,-3-568 0,0 0 0,-2 0 0,-1-1 0,-1 1 0,-1-1 0,-15 32 0,12-34 0,2 1 0,0 1 0,2-1 0,-6 37 0,9-39 0,-1 0 0,-2-1 0,-11 29 0,-6 19 0,19-53 0,-9 34 0,-11 68 0,21-103 0,1 1 0,-2-1 0,0 0 0,-1 0 0,-9 15 0,-11 30 0,-41 123 0,58-164 0,0-1 0,-22 35 0,-2 2 0,22-31 0,-12 35 0,-5 12 0,-4-22 0,26-41 0,0 0 0,0 0 0,1 1 0,0 0 0,-6 14 0,3-2 0,-2-1 0,-17 29 0,8-16 0,-11 15 0,21-36 0,1 1 0,0 1 0,1-1 0,-9 27 0,7-19 0,0 1 0,-1-1 0,-1-1 0,-16 24 0,-8 14 0,27-41 0,1 0 0,0 0 0,-5 26 0,7-24 0,-2 0 0,-12 31 0,4-19 0,2 2 0,-17 63 0,28-89 0,-3 13 0,-2 0 0,-1-1 0,0 0 0,-12 19 0,7-12 0,-15 21 0,19-35 0,1 0 0,1 0 0,-10 22 0,13-24 0,0-1 0,-1 1 0,-1-1 0,1 0 0,-1 0 0,-1 0 0,-14 13 0,14-15 0,-1 1 0,1-1 0,1 1 0,-1 0 0,1 1 0,1-1 0,-5 10 0,-3 9 0,-9 32 0,18-48 0,1-4 0,0-1 0,-1 0 0,0 0 0,0 0 0,0 0 0,-1-1 0,1 1 0,-7 4 0,6-6 0,1 0 0,0 1 0,-1-1 0,1 1 0,1 0 0,-1 1 0,1-1 0,0 1 0,0-1 0,-2 9 0,3-8 0,1 0 0,-1 0 0,-1-1 0,-5 12 0,7-16 0,0 1 0,0 0 0,0-1 0,0 0 0,0 1 0,0-1 0,-1 0 0,1 1 0,-1-1 0,1 0 0,-1 0 0,1 0 0,-1 0 0,0-1 0,1 1 0,-1 0 0,0-1 0,1 1 0,-1-1 0,0 1 0,-3-1 0,-2-2-1365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6:26:36.25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34 0 24575,'2'66'0,"-4"73"0,-18-36 0,11-71-1365,5-19-5461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6:26:36.90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 24575,'349'0'-1365,"-331"0"-5461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6:26:39.10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 24575,'1'0'0,"0"0"0,0 1 0,0-1 0,0 1 0,0-1 0,-1 1 0,1-1 0,0 1 0,0-1 0,-1 1 0,1 0 0,0-1 0,-1 1 0,1 0 0,-1 0 0,1 0 0,-1-1 0,1 1 0,-1 0 0,1 0 0,-1 0 0,0 0 0,1 0 0,-1 0 0,0 0 0,0 0 0,0 1 0,4 32 0,-4-31 0,0 105 0,1 14 0,9-67 0,-7-40 0,0 0 0,1 22 0,-3-32 0,-2-2 0,1-1 0,0 0 0,0 0 0,0 1 0,1-1 0,-1 0 0,0 0 0,1 1 0,0-1 0,-1 0 0,2 2 0,8-3 0,8-11 0,-11 4 0,1 0 0,0 1 0,1 0 0,-1 1 0,1 0 0,0 0 0,0 1 0,1 0 0,-1 1 0,0-1 0,1 2 0,-1 0 0,1 0 0,17 1 0,-13-1-6,-1-1-1,1 0 0,-1 0 1,0-2-1,0 1 0,0-2 1,23-10-1,8-3-1305,-30 13-5514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6:27:23.80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575 145 24575,'0'0'0,"-1"-1"0,1 0 0,0 0 0,-1 0 0,1 0 0,-1 0 0,1 1 0,-1-1 0,1 0 0,-1 0 0,0 1 0,0-1 0,1 0 0,-1 1 0,0-1 0,0 1 0,1-1 0,-1 1 0,0-1 0,0 1 0,0 0 0,0-1 0,0 1 0,0 0 0,0 0 0,0-1 0,0 1 0,0 0 0,-1 0 0,-30 0 0,21 3 0,1 1 0,0 0 0,0 0 0,0 1 0,1 0 0,-1 1 0,1 0 0,-9 7 0,6-3 0,-1-2 0,-25 14 0,9-8 0,-45 30 0,48-27 0,-28 11 0,39-21 0,0 1 0,0 0 0,-18 14 0,26-16 0,0 0 0,1 0 0,0 1 0,0-1 0,0 2 0,1-1 0,0 0 0,0 1 0,1 0 0,0 0 0,0 0 0,1 1 0,0-1 0,-3 17 0,2-4 0,-2 0 0,2 1 0,1-1 0,0 1 0,2 0 0,1 33 0,1-50 0,1-1 0,0 1 0,0 0 0,0-1 0,0 1 0,0-1 0,1 0 0,0 0 0,0 0 0,0 0 0,1-1 0,-1 1 0,1-1 0,0 0 0,0 0 0,6 4 0,-4-2 0,1 0 0,-1 0 0,0 1 0,-1 0 0,6 7 0,-6-7 0,0 0 0,0 0 0,1-1 0,-1 1 0,1-1 0,0-1 0,1 1 0,9 5 0,61 26 0,-49-24 0,80 23 0,-89-29 0,0 0 0,0-2 0,35 5 0,-33-7 0,-1 1 0,1 2 0,25 8 0,-26-8 0,1 0 0,0-2 0,0 0 0,0-2 0,0 0 0,0-1 0,24-3 0,18 1 0,-29 3 0,53 10 0,-24-2 0,-3-1 0,-26-3 0,56 2 0,31-9 0,148 4 0,-195 8 0,-51-6 0,44 2 0,752-7 0,-812 1 0,1 0 0,0 0 0,0-1 0,-1-1 0,1 1 0,-1-1 0,1-1 0,-1 1 0,0-1 0,0-1 0,0 1 0,0-1 0,-1 0 0,1-1 0,-1 1 0,0-1 0,0 0 0,-1-1 0,0 0 0,7-9 0,-2 4 0,-2-1 0,1 0 0,-2 0 0,1 0 0,-2-1 0,0 0 0,0-1 0,-1 1 0,5-26 0,10-21 0,-16 49 0,0 0 0,0 0 0,-1 0 0,-1 0 0,3-17 0,-3 9 0,-1 0 0,-1 0 0,0-1 0,-2 1 0,0 0 0,-1 0 0,0 0 0,-2 0 0,-11-29 0,9 34 0,3 4 0,0 1 0,-1 0 0,-11-15 0,4 10 0,-1 0 0,-1 0 0,0 1 0,-1 1 0,0 0 0,-1 1 0,0 1 0,-28-13 0,33 16 0,1 0 0,-1 0 0,1-1 0,-17-18 0,21 19 0,0 1 0,-1 0 0,1 0 0,-1 0 0,-1 1 0,1 0 0,-1 1 0,1-1 0,-1 2 0,-1-1 0,-14-4 0,17 7 0,1 0 0,0 0 0,-1-1 0,1 1 0,0-1 0,0 0 0,0-1 0,0 1 0,0-1 0,1 0 0,-1 0 0,1-1 0,0 1 0,-8-8 0,8 7 0,-1 1 0,0 0 0,0 0 0,-1 0 0,1 1 0,-1 0 0,1 0 0,-1 0 0,0 1 0,1-1 0,-1 1 0,-11 0 0,8 0 0,0 0 0,0-1 0,0 0 0,-16-6 0,5 1 0,0 1 0,0 0 0,0 1 0,-1 2 0,-26-2 0,11 1 0,-34-2 0,-119 5 0,79 4 0,76-5 0,-43-7 0,43 4 0,-46-1 0,51 6 0,12-1 0,1 1 0,-26 4 0,36-3 0,1 0 0,0 0 0,0 1 0,0 0 0,0 0 0,0 0 0,0 1 0,1-1 0,-1 1 0,1 0 0,0 0 0,-5 5 0,2-3 0,-1 1 0,1-1 0,-1 0 0,-1-1 0,1 0 0,-18 6 0,-7 3 0,18-7 0,0-1 0,0-1 0,-1 0 0,-23 2 0,7-1 0,-47 5-1365,66-5-5461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6:27:26.45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0 24575,'1'6'0,"0"-1"0,0 1 0,0-1 0,1 1 0,0-1 0,0 0 0,1 1 0,-1-1 0,1 0 0,0-1 0,6 8 0,-5-6 0,0 0 0,0 0 0,0 1 0,-1 0 0,0-1 0,4 13 0,9 88 0,-11-82 0,6 31 0,-10-53 0,0 1 0,0-1 0,0 1 0,1-1 0,-1 0 0,1 0 0,0 0 0,0 0 0,0 0 0,0 0 0,4 4 0,-4-6 0,0 0 0,0 0 0,0 0 0,0-1 0,0 1 0,0-1 0,0 1 0,0-1 0,0 0 0,0 0 0,0 0 0,0 0 0,0 0 0,0 0 0,0 0 0,0-1 0,0 1 0,0-1 0,0 1 0,0-1 0,0 0 0,0 0 0,0 0 0,-1 0 0,1 0 0,3-3 0,1-1 0,0 1 0,0-1 0,0-1 0,-1 1 0,9-11 0,45-86 0,-56 95 0,0 0 0,0-1 0,-1 0 0,0 1 0,-1-1 0,0 0 0,0 0 0,0 0 0,-1 0 0,0 1 0,-2-12 0,3-37 0,-1 56 0,0-1 0,0 1 0,0 0 0,-1-1 0,1 1 0,1 0 0,-1-1 0,0 1 0,0 0 0,0 0 0,0-1 0,0 1 0,0 0 0,0-1 0,0 1 0,0 0 0,0 0 0,1-1 0,-1 1 0,0 0 0,0 0 0,0 0 0,1-1 0,-1 1 0,0 0 0,0 0 0,0 0 0,1-1 0,-1 1 0,0 0 0,0 0 0,1 0 0,-1 0 0,0 0 0,1 0 0,-1 0 0,0-1 0,0 1 0,1 0 0,-1 0 0,1 0 0,11 10 0,8 18 0,-20-28 0,27 50 0,-22-38 0,2 0 0,-1 0 0,1-1 0,1 1 0,0-2 0,15 16 0,-16-18 0,0 0 0,0 0 0,-1 1 0,7 12 0,-8-12 0,0-1 0,1 0 0,0 0 0,0 0 0,13 11 0,-4-3 0,-14-15 0,0 1 0,1 0 0,0 0 0,-1-1 0,1 1 0,0-1 0,0 1 0,-1-1 0,1 0 0,3 2 0,-4-3 0,0 0 0,0-1 0,0 1 0,0 0 0,0 0 0,-1-1 0,1 1 0,0 0 0,0-1 0,0 1 0,0-1 0,-1 1 0,1-1 0,0 1 0,0-1 0,-1 0 0,1 1 0,0-1 0,-1 0 0,1 0 0,-1 1 0,1-1 0,-1 0 0,1 0 0,-1 0 0,0 0 0,1 1 0,-1-1 0,0 0 0,0 0 0,1-2 0,3-11 0,0 0 0,-1 0 0,-1 0 0,2-22 0,4-26 0,12-60-1365,-16 108-5461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6:27:28.45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0 24575,'16'43'0,"-6"6"0,-5-32 0,-1 1 0,-1 0 0,1 22 0,-2-18 0,6 35 0,-4-35 0,2 41 0,-6 123 0,-1-205 0,1 10 0,0 0 0,0-1 0,1 1 0,0-1 0,0 1 0,4-11 0,-4 17 0,1 0 0,-1 0 0,1 0 0,-1 1 0,1-1 0,0 0 0,0 1 0,1-1 0,-1 1 0,0 0 0,1 0 0,-1 0 0,1 0 0,0 0 0,0 0 0,0 1 0,0 0 0,0-1 0,0 1 0,0 0 0,0 0 0,4 0 0,-1 0 0,0 1 0,-1 0 0,1 0 0,0 1 0,-1 0 0,1 0 0,0 0 0,-1 0 0,0 1 0,1 0 0,-1 0 0,0 1 0,0-1 0,0 1 0,0 0 0,0 1 0,7 6 0,-4-4 0,-2 0 0,1 0 0,-1 1 0,1 0 0,-2 0 0,1 0 0,-1 1 0,0 0 0,-1 0 0,6 14 0,-3 12-1365,-6-18-5461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6:27:29.22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0 24575,'4'0'0,"4"0"0,4 0 0,4 0 0,-1 4 0,1 0 0,-3 4 0,0 0 0,-2 3 0,1-2 0,-6-1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6:27:30.03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112 1 24575,'1'0'0,"0"0"0,0 1 0,0-1 0,0 1 0,-1-1 0,1 1 0,0-1 0,0 1 0,0-1 0,-1 1 0,1 0 0,0 0 0,-1-1 0,1 1 0,-1 0 0,1 0 0,-1-1 0,1 1 0,-1 0 0,1 0 0,-1 0 0,0 0 0,0 0 0,1 0 0,-1 0 0,0 0 0,0 1 0,4 32 0,-4-31 0,2 31 0,-3 55 0,0-77 0,-1-1 0,0 1 0,-1-1 0,0 0 0,-1 1 0,0-1 0,-1-1 0,-7 15 0,3-9 0,1 0 0,1 1 0,1 0 0,0 1 0,2-1 0,-5 25 0,7-31 0,-11 94 0,9-66 0,-5 15 0,5-38 0,1-1 0,-1 23 0,-5 11-1365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6:27:31.31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66 24575,'0'-2'0,"1"-1"0,0 1 0,-1 0 0,1 0 0,0 1 0,0-1 0,0 0 0,1 0 0,-1 0 0,0 1 0,1-1 0,-1 1 0,1-1 0,0 1 0,-1-1 0,1 1 0,0 0 0,3-2 0,35-17 0,-26 17 0,0 0 0,0 0 0,-1 2 0,1 0 0,0 0 0,0 1 0,0 1 0,0 0 0,0 1 0,26 7 0,-36-7 5,-1-1-1,1 1 0,-1 1 1,1-1-1,-1 0 1,0 1-1,0 0 0,0 0 1,0 0-1,0 0 1,-1 0-1,1 1 0,-1-1 1,0 1-1,0-1 0,0 1 1,-1 0-1,1 0 1,-1 0-1,0 0 0,0 0 1,1 6-1,1 10-247,-1 0 0,-1 1 0,-1 24 1,-1-33-253,1 6-6331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6:27:32.25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0 24575,'4'0'0,"0"4"0,4 1 0,0-1-8191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21:57:56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24575,'0'1039'0,"3"-1009"0,1-1 0,1 0 0,2-1 0,0 1 0,22 50 0,2 10 0,-15-41 0,-9-29 0,-1 1 0,-1-1 0,0 1 0,-1 0 0,1 28 0,-6 13 0,1 33 0,3-84 0,-1 0 0,1 0 0,1 0 0,0-1 0,0 0 0,1 0 0,0 0 0,11 14 0,13 26 0,9 40 0,27 50 0,-51-112 0,12 34 0,-17-36 0,2-1 0,17 29 0,22 39 0,-29-52 0,2-2 0,2-1 0,48 56 0,-58-76 0,19 31 0,-11-15 0,26 28 0,-26-33 0,25 39 0,-30-43 0,1 0 0,1-1 0,1-1 0,28 23 0,1 2 0,12 7 0,-44-39 0,0 0 0,-1 1 0,-1 1 0,15 19 0,12 18 0,94 89 0,-135-141 0,4 3 0,0 0 0,0-1 0,1 1 0,-1-1 0,8 3 0,-8-5 0,-1 0 0,0 1 0,0 0 0,0 0 0,0 1 0,-1-1 0,1 1 0,-1 0 0,0 0 0,6 8 0,5 13 0,1 0 0,1-1 0,0-2 0,2 1 0,1-2 0,41 34 0,-46-44 0,3 3 0,1-1 0,1-1 0,26 13 0,-14-16 0,-28-8 0,0 0 0,1 0 0,-1 0 0,0 1 0,0-1 0,0 1 0,0 0 0,0 0 0,0 0 0,-1 1 0,1-1 0,-1 1 0,6 5 0,-1 1 0,1 0 0,0-1 0,0-1 0,1 1 0,0-1 0,0-1 0,1 0 0,-1-1 0,13 5 0,16 5 0,51 11 0,-59-18 0,1 0 0,-1-3 0,65 4 0,-76-7 0,1 0 0,22 5 0,28 3 0,-57-9 0,-1 2 0,0-1 0,0 2 0,22 8 0,-22-7 0,0-1 0,0 0 0,0 0 0,24 2 0,-25-5 0,0 1 0,1 0 0,15 6 0,-23-8-1365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6T21:57:58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0 24575,'30'11'0,"-14"-4"0,12 2 0,53 10 0,-75-17 0,1-1 0,-1 1 0,1 1 0,-1 0 0,0 0 0,0 0 0,0 0 0,0 1 0,0 0 0,-1 0 0,0 1 0,7 6 0,25 19 0,-34-27 0,0 0 0,0 0 0,1 0 0,-2 0 0,1 0 0,0 1 0,-1 0 0,0-1 0,1 1 0,-2 0 0,1 0 0,0 0 0,-1 0 0,0 1 0,0-1 0,0 0 0,0 1 0,-1-1 0,1 0 0,-1 1 0,0-1 0,-1 7 0,0-3 0,0-1 0,0 0 0,-1 0 0,0 0 0,0 0 0,-1 0 0,0 0 0,0 0 0,0-1 0,-1 0 0,0 1 0,-8 9 0,-5-2 0,0 0 0,-1-1 0,0-1 0,-1 0 0,-38 16 0,-20 13 0,-7 2-1365,70-37-5461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/nw23q14vzsykyup/Ch01InChap01.dd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http://www.sleuthkit.org/sleuthkit/docs/api-docs/4.9.0/basicpage.html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99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71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http://www.sleuthkit.org/sleuthkit/docs/api-docs/4.9.0/basicpage.html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123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http://www.sleuthkit.org/sleuthkit/docs/api-docs/4.3/fspage.html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32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https://wiki.sleuthkit.org/index.php?title=TSK_Tool_Overview</a:t>
            </a:r>
          </a:p>
          <a:p>
            <a:r>
              <a:rPr lang="en-US" dirty="0"/>
              <a:t>https://linuxhint.com/kali_linux_top_forensic_tools/</a:t>
            </a:r>
          </a:p>
          <a:p>
            <a:r>
              <a:rPr lang="en-US" dirty="0"/>
              <a:t>https://linuxhint.com/kali_linux_top_forensic_tools_2020_part_2/</a:t>
            </a:r>
          </a:p>
          <a:p>
            <a:r>
              <a:rPr lang="en-US" dirty="0"/>
              <a:t>https://github.com/sleuthkit/sleuthkit/wiki/The_Sleuth_Kit_commands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114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https://upload.wikimedia.org/wikipedia/en/5/5f/Hpacreate.png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079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558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636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https://www.dropbox.com/s/nw23q14vzsykyup/Ch01InChap01.dd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53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blkcat</a:t>
            </a:r>
            <a:r>
              <a:rPr lang="en-US"/>
              <a:t> </a:t>
            </a:r>
            <a:r>
              <a:rPr lang="en-US" dirty="0"/>
              <a:t>Ch01InChap01.dd 313-358 &gt; regets.doc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blkcat</a:t>
            </a:r>
            <a:r>
              <a:rPr lang="en-US" dirty="0"/>
              <a:t> Ch01InChap01.dd  287 27 &gt; regets.doc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blkcat</a:t>
            </a:r>
            <a:r>
              <a:rPr lang="en-GB" dirty="0"/>
              <a:t> will read and output 27 consecutive blocks starting from block 287.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705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echo "$((16#1ff))"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4999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sudo</a:t>
            </a:r>
            <a:r>
              <a:rPr lang="en-GB" dirty="0"/>
              <a:t> </a:t>
            </a:r>
            <a:r>
              <a:rPr lang="en-GB" dirty="0" err="1"/>
              <a:t>losetup</a:t>
            </a:r>
            <a:r>
              <a:rPr lang="en-GB" dirty="0"/>
              <a:t> --</a:t>
            </a:r>
            <a:r>
              <a:rPr lang="en-GB" dirty="0" err="1"/>
              <a:t>partscan</a:t>
            </a:r>
            <a:r>
              <a:rPr lang="en-GB" dirty="0"/>
              <a:t>  --find --show  --read-only  </a:t>
            </a:r>
            <a:r>
              <a:rPr lang="en-US" dirty="0"/>
              <a:t>Ch01InChap01.dd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73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10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8" Type="http://schemas.openxmlformats.org/officeDocument/2006/relationships/customXml" Target="../ink/ink2.xml"/><Relationship Id="rId26" Type="http://schemas.openxmlformats.org/officeDocument/2006/relationships/customXml" Target="../ink/ink6.xml"/><Relationship Id="rId39" Type="http://schemas.openxmlformats.org/officeDocument/2006/relationships/image" Target="../media/image26.png"/><Relationship Id="rId21" Type="http://schemas.openxmlformats.org/officeDocument/2006/relationships/image" Target="../media/image170.png"/><Relationship Id="rId34" Type="http://schemas.openxmlformats.org/officeDocument/2006/relationships/customXml" Target="../ink/ink10.xml"/><Relationship Id="rId42" Type="http://schemas.openxmlformats.org/officeDocument/2006/relationships/customXml" Target="../ink/ink14.xml"/><Relationship Id="rId47" Type="http://schemas.openxmlformats.org/officeDocument/2006/relationships/image" Target="../media/image30.png"/><Relationship Id="rId50" Type="http://schemas.openxmlformats.org/officeDocument/2006/relationships/customXml" Target="../ink/ink18.xml"/><Relationship Id="rId17" Type="http://schemas.openxmlformats.org/officeDocument/2006/relationships/image" Target="../media/image150.png"/><Relationship Id="rId25" Type="http://schemas.openxmlformats.org/officeDocument/2006/relationships/image" Target="../media/image190.png"/><Relationship Id="rId33" Type="http://schemas.openxmlformats.org/officeDocument/2006/relationships/image" Target="../media/image23.png"/><Relationship Id="rId38" Type="http://schemas.openxmlformats.org/officeDocument/2006/relationships/customXml" Target="../ink/ink12.xml"/><Relationship Id="rId46" Type="http://schemas.openxmlformats.org/officeDocument/2006/relationships/customXml" Target="../ink/ink16.xml"/><Relationship Id="rId2" Type="http://schemas.openxmlformats.org/officeDocument/2006/relationships/notesSlide" Target="../notesSlides/notesSlide5.xml"/><Relationship Id="rId20" Type="http://schemas.openxmlformats.org/officeDocument/2006/relationships/customXml" Target="../ink/ink3.xml"/><Relationship Id="rId29" Type="http://schemas.openxmlformats.org/officeDocument/2006/relationships/image" Target="../media/image21.png"/><Relationship Id="rId41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24" Type="http://schemas.openxmlformats.org/officeDocument/2006/relationships/customXml" Target="../ink/ink5.xml"/><Relationship Id="rId32" Type="http://schemas.openxmlformats.org/officeDocument/2006/relationships/customXml" Target="../ink/ink9.xml"/><Relationship Id="rId37" Type="http://schemas.openxmlformats.org/officeDocument/2006/relationships/image" Target="../media/image25.png"/><Relationship Id="rId40" Type="http://schemas.openxmlformats.org/officeDocument/2006/relationships/customXml" Target="../ink/ink13.xml"/><Relationship Id="rId45" Type="http://schemas.openxmlformats.org/officeDocument/2006/relationships/image" Target="../media/image29.png"/><Relationship Id="rId23" Type="http://schemas.openxmlformats.org/officeDocument/2006/relationships/image" Target="../media/image180.png"/><Relationship Id="rId28" Type="http://schemas.openxmlformats.org/officeDocument/2006/relationships/customXml" Target="../ink/ink7.xml"/><Relationship Id="rId36" Type="http://schemas.openxmlformats.org/officeDocument/2006/relationships/customXml" Target="../ink/ink11.xml"/><Relationship Id="rId49" Type="http://schemas.openxmlformats.org/officeDocument/2006/relationships/image" Target="../media/image31.png"/><Relationship Id="rId19" Type="http://schemas.openxmlformats.org/officeDocument/2006/relationships/image" Target="../media/image160.png"/><Relationship Id="rId31" Type="http://schemas.openxmlformats.org/officeDocument/2006/relationships/image" Target="../media/image22.png"/><Relationship Id="rId44" Type="http://schemas.openxmlformats.org/officeDocument/2006/relationships/customXml" Target="../ink/ink15.xml"/><Relationship Id="rId4" Type="http://schemas.openxmlformats.org/officeDocument/2006/relationships/customXml" Target="../ink/ink1.xml"/><Relationship Id="rId22" Type="http://schemas.openxmlformats.org/officeDocument/2006/relationships/customXml" Target="../ink/ink4.xml"/><Relationship Id="rId27" Type="http://schemas.openxmlformats.org/officeDocument/2006/relationships/image" Target="../media/image200.png"/><Relationship Id="rId30" Type="http://schemas.openxmlformats.org/officeDocument/2006/relationships/customXml" Target="../ink/ink8.xml"/><Relationship Id="rId35" Type="http://schemas.openxmlformats.org/officeDocument/2006/relationships/image" Target="../media/image24.png"/><Relationship Id="rId43" Type="http://schemas.openxmlformats.org/officeDocument/2006/relationships/image" Target="../media/image28.png"/><Relationship Id="rId48" Type="http://schemas.openxmlformats.org/officeDocument/2006/relationships/customXml" Target="../ink/ink17.xml"/><Relationship Id="rId51" Type="http://schemas.openxmlformats.org/officeDocument/2006/relationships/image" Target="../media/image32.png"/><Relationship Id="rId3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8" Type="http://schemas.openxmlformats.org/officeDocument/2006/relationships/customXml" Target="../ink/ink21.xml"/><Relationship Id="rId26" Type="http://schemas.openxmlformats.org/officeDocument/2006/relationships/customXml" Target="../ink/ink25.xml"/><Relationship Id="rId3" Type="http://schemas.openxmlformats.org/officeDocument/2006/relationships/customXml" Target="../ink/ink19.xml"/><Relationship Id="rId21" Type="http://schemas.openxmlformats.org/officeDocument/2006/relationships/image" Target="../media/image36.png"/><Relationship Id="rId17" Type="http://schemas.openxmlformats.org/officeDocument/2006/relationships/image" Target="../media/image34.png"/><Relationship Id="rId25" Type="http://schemas.openxmlformats.org/officeDocument/2006/relationships/image" Target="../media/image38.png"/><Relationship Id="rId2" Type="http://schemas.openxmlformats.org/officeDocument/2006/relationships/image" Target="../media/image13.png"/><Relationship Id="rId16" Type="http://schemas.openxmlformats.org/officeDocument/2006/relationships/customXml" Target="../ink/ink20.xml"/><Relationship Id="rId20" Type="http://schemas.openxmlformats.org/officeDocument/2006/relationships/customXml" Target="../ink/ink22.xml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24" Type="http://schemas.openxmlformats.org/officeDocument/2006/relationships/customXml" Target="../ink/ink24.xml"/><Relationship Id="rId15" Type="http://schemas.openxmlformats.org/officeDocument/2006/relationships/image" Target="../media/image330.png"/><Relationship Id="rId23" Type="http://schemas.openxmlformats.org/officeDocument/2006/relationships/image" Target="../media/image37.png"/><Relationship Id="rId28" Type="http://schemas.openxmlformats.org/officeDocument/2006/relationships/customXml" Target="../ink/ink26.xml"/><Relationship Id="rId19" Type="http://schemas.openxmlformats.org/officeDocument/2006/relationships/image" Target="../media/image35.png"/><Relationship Id="rId22" Type="http://schemas.openxmlformats.org/officeDocument/2006/relationships/customXml" Target="../ink/ink23.xml"/><Relationship Id="rId27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customXml" Target="../ink/ink31.xml"/><Relationship Id="rId18" Type="http://schemas.openxmlformats.org/officeDocument/2006/relationships/image" Target="../media/image52.png"/><Relationship Id="rId3" Type="http://schemas.openxmlformats.org/officeDocument/2006/relationships/image" Target="../media/image45.png"/><Relationship Id="rId7" Type="http://schemas.openxmlformats.org/officeDocument/2006/relationships/customXml" Target="../ink/ink28.xml"/><Relationship Id="rId12" Type="http://schemas.openxmlformats.org/officeDocument/2006/relationships/image" Target="../media/image49.png"/><Relationship Id="rId17" Type="http://schemas.openxmlformats.org/officeDocument/2006/relationships/customXml" Target="../ink/ink33.xml"/><Relationship Id="rId2" Type="http://schemas.openxmlformats.org/officeDocument/2006/relationships/image" Target="../media/image44.png"/><Relationship Id="rId16" Type="http://schemas.openxmlformats.org/officeDocument/2006/relationships/image" Target="../media/image51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11" Type="http://schemas.openxmlformats.org/officeDocument/2006/relationships/customXml" Target="../ink/ink30.xml"/><Relationship Id="rId5" Type="http://schemas.openxmlformats.org/officeDocument/2006/relationships/customXml" Target="../ink/ink27.xml"/><Relationship Id="rId15" Type="http://schemas.openxmlformats.org/officeDocument/2006/relationships/customXml" Target="../ink/ink32.xml"/><Relationship Id="rId10" Type="http://schemas.openxmlformats.org/officeDocument/2006/relationships/image" Target="../media/image480.png"/><Relationship Id="rId19" Type="http://schemas.openxmlformats.org/officeDocument/2006/relationships/customXml" Target="../ink/ink34.xml"/><Relationship Id="rId4" Type="http://schemas.openxmlformats.org/officeDocument/2006/relationships/image" Target="../media/image46.png"/><Relationship Id="rId9" Type="http://schemas.openxmlformats.org/officeDocument/2006/relationships/customXml" Target="../ink/ink29.xml"/><Relationship Id="rId1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0.png"/><Relationship Id="rId13" Type="http://schemas.openxmlformats.org/officeDocument/2006/relationships/customXml" Target="../ink/ink40.xml"/><Relationship Id="rId18" Type="http://schemas.openxmlformats.org/officeDocument/2006/relationships/image" Target="../media/image69.png"/><Relationship Id="rId3" Type="http://schemas.openxmlformats.org/officeDocument/2006/relationships/customXml" Target="../ink/ink35.xml"/><Relationship Id="rId21" Type="http://schemas.openxmlformats.org/officeDocument/2006/relationships/customXml" Target="../ink/ink44.xml"/><Relationship Id="rId7" Type="http://schemas.openxmlformats.org/officeDocument/2006/relationships/customXml" Target="../ink/ink37.xml"/><Relationship Id="rId12" Type="http://schemas.openxmlformats.org/officeDocument/2006/relationships/image" Target="../media/image66.png"/><Relationship Id="rId17" Type="http://schemas.openxmlformats.org/officeDocument/2006/relationships/customXml" Target="../ink/ink42.xml"/><Relationship Id="rId2" Type="http://schemas.openxmlformats.org/officeDocument/2006/relationships/image" Target="../media/image65.png"/><Relationship Id="rId16" Type="http://schemas.openxmlformats.org/officeDocument/2006/relationships/image" Target="../media/image68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0.png"/><Relationship Id="rId11" Type="http://schemas.openxmlformats.org/officeDocument/2006/relationships/customXml" Target="../ink/ink39.xml"/><Relationship Id="rId24" Type="http://schemas.openxmlformats.org/officeDocument/2006/relationships/image" Target="../media/image72.png"/><Relationship Id="rId5" Type="http://schemas.openxmlformats.org/officeDocument/2006/relationships/customXml" Target="../ink/ink36.xml"/><Relationship Id="rId15" Type="http://schemas.openxmlformats.org/officeDocument/2006/relationships/customXml" Target="../ink/ink41.xml"/><Relationship Id="rId23" Type="http://schemas.openxmlformats.org/officeDocument/2006/relationships/customXml" Target="../ink/ink45.xml"/><Relationship Id="rId10" Type="http://schemas.openxmlformats.org/officeDocument/2006/relationships/image" Target="../media/image650.png"/><Relationship Id="rId19" Type="http://schemas.openxmlformats.org/officeDocument/2006/relationships/customXml" Target="../ink/ink43.xml"/><Relationship Id="rId4" Type="http://schemas.openxmlformats.org/officeDocument/2006/relationships/image" Target="../media/image620.png"/><Relationship Id="rId9" Type="http://schemas.openxmlformats.org/officeDocument/2006/relationships/customXml" Target="../ink/ink38.xml"/><Relationship Id="rId14" Type="http://schemas.openxmlformats.org/officeDocument/2006/relationships/image" Target="../media/image67.png"/><Relationship Id="rId22" Type="http://schemas.openxmlformats.org/officeDocument/2006/relationships/image" Target="../media/image7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6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7.xml"/><Relationship Id="rId5" Type="http://schemas.openxmlformats.org/officeDocument/2006/relationships/image" Target="../media/image600.png"/><Relationship Id="rId4" Type="http://schemas.openxmlformats.org/officeDocument/2006/relationships/customXml" Target="../ink/ink4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4400" b="0">
                <a:solidFill>
                  <a:srgbClr val="000000"/>
                </a:solidFill>
                <a:latin typeface="Arial"/>
              </a:rPr>
              <a:t>The Sleuth Kit (TSK)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2800" b="0">
                <a:solidFill>
                  <a:srgbClr val="000000"/>
                </a:solidFill>
                <a:latin typeface="Arial"/>
              </a:rPr>
              <a:t>Command-line digital forensics workflow</a:t>
            </a:r>
          </a:p>
        </p:txBody>
      </p:sp>
    </p:spTree>
    <p:extLst>
      <p:ext uri="{BB962C8B-B14F-4D97-AF65-F5344CB8AC3E}">
        <p14:creationId xmlns:p14="http://schemas.microsoft.com/office/powerpoint/2010/main" val="16202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942F69-0583-43B4-97E2-A99DDD7BF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0">
                <a:solidFill>
                  <a:srgbClr val="000000"/>
                </a:solidFill>
                <a:latin typeface="Arial"/>
              </a:rPr>
              <a:t>Learning Objectives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521232-DA9F-4C94-9BE6-17798B6A4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45720" tIns="27432" rIns="45720" bIns="27432"/>
          <a:lstStyle/>
          <a:p>
            <a:pPr algn="l">
              <a:defRPr sz="2400" b="0">
                <a:solidFill>
                  <a:srgbClr val="000000"/>
                </a:solidFill>
                <a:latin typeface="Arial"/>
              </a:defRPr>
            </a:pPr>
            <a:r>
              <a:rPr sz="2400" b="0" dirty="0">
                <a:solidFill>
                  <a:srgbClr val="000000"/>
                </a:solidFill>
                <a:latin typeface="Arial"/>
              </a:rPr>
              <a:t>Explain the relationship between Autopsy and The Sleuth Kit (TSK).</a:t>
            </a:r>
          </a:p>
          <a:p>
            <a:pPr algn="l">
              <a:defRPr sz="2400" b="0">
                <a:solidFill>
                  <a:srgbClr val="000000"/>
                </a:solidFill>
                <a:latin typeface="Arial"/>
              </a:defRPr>
            </a:pPr>
            <a:r>
              <a:rPr sz="2400" b="0" dirty="0">
                <a:solidFill>
                  <a:srgbClr val="000000"/>
                </a:solidFill>
                <a:latin typeface="Arial"/>
              </a:rPr>
              <a:t>Describe TSK analysis layers: image, volume system, file system, metadata, file names, and data units.</a:t>
            </a:r>
          </a:p>
          <a:p>
            <a:pPr algn="l">
              <a:defRPr sz="2400" b="0">
                <a:solidFill>
                  <a:srgbClr val="000000"/>
                </a:solidFill>
                <a:latin typeface="Arial"/>
              </a:defRPr>
            </a:pPr>
            <a:r>
              <a:rPr sz="2400" b="0" dirty="0">
                <a:solidFill>
                  <a:srgbClr val="000000"/>
                </a:solidFill>
                <a:latin typeface="Arial"/>
              </a:rPr>
              <a:t>Use core TSK tools to inspect a disk image, locate deleted files, and recover content.</a:t>
            </a:r>
          </a:p>
          <a:p>
            <a:pPr algn="l">
              <a:defRPr sz="2400" b="0">
                <a:solidFill>
                  <a:srgbClr val="000000"/>
                </a:solidFill>
                <a:latin typeface="Arial"/>
              </a:defRPr>
            </a:pPr>
            <a:r>
              <a:rPr sz="2400" b="0" dirty="0">
                <a:solidFill>
                  <a:srgbClr val="000000"/>
                </a:solidFill>
                <a:latin typeface="Arial"/>
              </a:rPr>
              <a:t>Document commands, offsets, </a:t>
            </a:r>
            <a:r>
              <a:rPr sz="2400" b="0" dirty="0" err="1">
                <a:solidFill>
                  <a:srgbClr val="000000"/>
                </a:solidFill>
                <a:latin typeface="Arial"/>
              </a:rPr>
              <a:t>inodes</a:t>
            </a:r>
            <a:r>
              <a:rPr sz="2400" b="0" dirty="0">
                <a:solidFill>
                  <a:srgbClr val="000000"/>
                </a:solidFill>
                <a:latin typeface="Arial"/>
              </a:rPr>
              <a:t>, data units, and recovered output as forensic evidence.</a:t>
            </a:r>
          </a:p>
        </p:txBody>
      </p:sp>
    </p:spTree>
    <p:extLst>
      <p:ext uri="{BB962C8B-B14F-4D97-AF65-F5344CB8AC3E}">
        <p14:creationId xmlns:p14="http://schemas.microsoft.com/office/powerpoint/2010/main" val="4217461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C180EE-6A3E-A3F1-62EC-7BB4EA828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Sleuth Kit (TSK) for Investigation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D3E213-C7DB-9E77-DDC2-796C0E7DA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7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EFF31E4-C818-41B6-9B7D-F5C842816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707" y="332959"/>
            <a:ext cx="7552713" cy="620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833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6FBFBF-3EBD-752D-2CD3-C930E353E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760" y="163547"/>
            <a:ext cx="9914479" cy="65309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29AFEE-D10F-5D45-BA65-D91CBCD3F16D}"/>
              </a:ext>
            </a:extLst>
          </p:cNvPr>
          <p:cNvSpPr txBox="1"/>
          <p:nvPr/>
        </p:nvSpPr>
        <p:spPr>
          <a:xfrm>
            <a:off x="4817919" y="6432843"/>
            <a:ext cx="28575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Arial"/>
              </a:rPr>
              <a:t>https://www.sleuthkit.org/sleuthkit/desc.php</a:t>
            </a:r>
          </a:p>
        </p:txBody>
      </p:sp>
    </p:spTree>
    <p:extLst>
      <p:ext uri="{BB962C8B-B14F-4D97-AF65-F5344CB8AC3E}">
        <p14:creationId xmlns:p14="http://schemas.microsoft.com/office/powerpoint/2010/main" val="1791576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D0E3F7B-BD85-CDF8-53A6-D0EF3CA01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6064"/>
            <a:ext cx="12192000" cy="40658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077" y="168450"/>
            <a:ext cx="5976723" cy="661884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0">
                <a:solidFill>
                  <a:srgbClr val="000000"/>
                </a:solidFill>
                <a:latin typeface="Arial"/>
              </a:rPr>
              <a:t>TSK Architecture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1613" y="1251251"/>
            <a:ext cx="5634085" cy="584775"/>
          </a:xfrm>
          <a:prstGeom prst="rect">
            <a:avLst/>
          </a:prstGeom>
          <a:solidFill>
            <a:srgbClr val="FFD6E4"/>
          </a:solidFill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rial"/>
              </a:rPr>
              <a:t>Support layer: error handling, data types, and shared utility functions.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3342" y="2330278"/>
            <a:ext cx="6096000" cy="584775"/>
          </a:xfrm>
          <a:prstGeom prst="rect">
            <a:avLst/>
          </a:prstGeom>
          <a:solidFill>
            <a:srgbClr val="90D8A5"/>
          </a:solidFill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rial"/>
              </a:rPr>
              <a:t>Image layer: opens disk images and raw devices in supported formats.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83342" y="3606329"/>
            <a:ext cx="5057582" cy="615553"/>
          </a:xfrm>
          <a:prstGeom prst="rect">
            <a:avLst/>
          </a:prstGeom>
          <a:solidFill>
            <a:srgbClr val="CAC3E8"/>
          </a:solidFill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00000"/>
                </a:solidFill>
                <a:latin typeface="Arial"/>
              </a:rPr>
              <a:t>Volume-system layer: interprets partition tables and locates volumes.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3342" y="4943935"/>
            <a:ext cx="6096000" cy="584775"/>
          </a:xfrm>
          <a:prstGeom prst="rect">
            <a:avLst/>
          </a:prstGeom>
          <a:solidFill>
            <a:srgbClr val="FFF87F"/>
          </a:solidFill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rial"/>
              </a:rPr>
              <a:t>File-system layer: interprets file systems such as FAT, NTFS, Ext, and others.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005997" y="3069606"/>
            <a:ext cx="1991774" cy="1232276"/>
          </a:xfrm>
          <a:prstGeom prst="rect">
            <a:avLst/>
          </a:prstGeom>
          <a:solidFill>
            <a:srgbClr val="7FD0F3"/>
          </a:solidFill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00000"/>
                </a:solidFill>
                <a:latin typeface="Arial"/>
              </a:rPr>
              <a:t>Hash database layer: supports fast hash lookups for known/unknown files.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070707" y="5982806"/>
            <a:ext cx="3970174" cy="584775"/>
          </a:xfrm>
          <a:prstGeom prst="rect">
            <a:avLst/>
          </a:prstGeom>
          <a:solidFill>
            <a:srgbClr val="DCBCAB"/>
          </a:solidFill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rial"/>
              </a:rPr>
              <a:t>Application layer: combines lower layers into command-line tools and libraries.</a:t>
            </a:r>
            <a:endParaRPr lang="en-US" dirty="0"/>
          </a:p>
        </p:txBody>
      </p:sp>
      <p:pic>
        <p:nvPicPr>
          <p:cNvPr id="1028" name="Picture 4" descr="File:PartitionManager icon.sv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666" y="3110079"/>
            <a:ext cx="558482" cy="558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tup nfs server in ubuntu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411" y="4943935"/>
            <a:ext cx="585173" cy="585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568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2947B-AC4E-43B3-8E10-F086AF20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800" b="0">
                <a:solidFill>
                  <a:srgbClr val="000000"/>
                </a:solidFill>
                <a:latin typeface="Arial"/>
              </a:rPr>
              <a:t>Storage Management vs. File-System Management</a:t>
            </a:r>
            <a:endParaRPr lang="en-US" dirty="0"/>
          </a:p>
        </p:txBody>
      </p:sp>
      <p:pic>
        <p:nvPicPr>
          <p:cNvPr id="1026" name="Picture 2" descr="Storage Unit">
            <a:extLst>
              <a:ext uri="{FF2B5EF4-FFF2-40B4-BE49-F238E27FC236}">
                <a16:creationId xmlns:a16="http://schemas.microsoft.com/office/drawing/2014/main" id="{08097FE0-29C2-49C8-8FC0-215DC73E87C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870" y="2027717"/>
            <a:ext cx="6255132" cy="4170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2C1141-755E-4EE2-9AE9-FE82CB423BFC}"/>
              </a:ext>
            </a:extLst>
          </p:cNvPr>
          <p:cNvSpPr txBox="1"/>
          <p:nvPr/>
        </p:nvSpPr>
        <p:spPr>
          <a:xfrm>
            <a:off x="6692760" y="6538239"/>
            <a:ext cx="317923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Analogy image source shown for teaching use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B0866F-680A-4EBD-B7B8-2B205A9DF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998" y="2013122"/>
            <a:ext cx="2859709" cy="14979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6976F5-618E-4806-80B8-86F1D47E00E6}"/>
              </a:ext>
            </a:extLst>
          </p:cNvPr>
          <p:cNvSpPr txBox="1"/>
          <p:nvPr/>
        </p:nvSpPr>
        <p:spPr>
          <a:xfrm>
            <a:off x="705350" y="4088682"/>
            <a:ext cx="3098357" cy="1994392"/>
          </a:xfrm>
          <a:prstGeom prst="rect">
            <a:avLst/>
          </a:prstGeom>
          <a:noFill/>
        </p:spPr>
        <p:txBody>
          <a:bodyPr wrap="square" lIns="45720" tIns="27432" rIns="45720" bIns="27432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400" b="0">
                <a:solidFill>
                  <a:srgbClr val="000000"/>
                </a:solidFill>
                <a:latin typeface="Arial"/>
              </a:defRPr>
            </a:pPr>
            <a:r>
              <a:rPr sz="1400" b="0" dirty="0">
                <a:solidFill>
                  <a:srgbClr val="000000"/>
                </a:solidFill>
                <a:latin typeface="Arial"/>
              </a:rPr>
              <a:t>Storage-management view: which physical units are occupied and where they are located.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400" b="0">
                <a:solidFill>
                  <a:srgbClr val="000000"/>
                </a:solidFill>
                <a:latin typeface="Arial"/>
              </a:defRPr>
            </a:pPr>
            <a:r>
              <a:rPr sz="1400" b="0" dirty="0">
                <a:solidFill>
                  <a:srgbClr val="000000"/>
                </a:solidFill>
                <a:latin typeface="Arial"/>
              </a:rPr>
              <a:t>File-system view: which file owns those units and what metadata describes the file.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400" b="0">
                <a:solidFill>
                  <a:srgbClr val="000000"/>
                </a:solidFill>
                <a:latin typeface="Arial"/>
              </a:defRPr>
            </a:pPr>
            <a:r>
              <a:rPr sz="1400" b="0" dirty="0">
                <a:solidFill>
                  <a:srgbClr val="000000"/>
                </a:solidFill>
                <a:latin typeface="Arial"/>
              </a:rPr>
              <a:t>Forensics connects both views: location on media → file-system metadata → user-visible file.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0EB6B0A-FA78-4429-A20F-FA01798CA510}"/>
              </a:ext>
            </a:extLst>
          </p:cNvPr>
          <p:cNvSpPr/>
          <p:nvPr/>
        </p:nvSpPr>
        <p:spPr>
          <a:xfrm rot="16200000">
            <a:off x="2108410" y="3598680"/>
            <a:ext cx="379270" cy="204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E63FFEE-3CE6-4B70-97F4-55A5C0D888CA}"/>
              </a:ext>
            </a:extLst>
          </p:cNvPr>
          <p:cNvSpPr/>
          <p:nvPr/>
        </p:nvSpPr>
        <p:spPr>
          <a:xfrm>
            <a:off x="4061460" y="4844053"/>
            <a:ext cx="729694" cy="2537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33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917" y="1789430"/>
            <a:ext cx="7968191" cy="32379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0">
                <a:solidFill>
                  <a:srgbClr val="000000"/>
                </a:solidFill>
                <a:latin typeface="Arial"/>
              </a:rPr>
              <a:t>File-System Layers Used by TSK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13602" y="1690688"/>
            <a:ext cx="3031583" cy="784830"/>
          </a:xfrm>
          <a:prstGeom prst="rect">
            <a:avLst/>
          </a:prstGeom>
          <a:solidFill>
            <a:srgbClr val="FFF87F"/>
          </a:solidFill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000000"/>
                </a:solidFill>
                <a:latin typeface="Arial"/>
              </a:rPr>
              <a:t>File-system category</a:t>
            </a:r>
            <a:br>
              <a:rPr dirty="0"/>
            </a:br>
            <a:r>
              <a:rPr sz="1500" b="0" dirty="0">
                <a:solidFill>
                  <a:srgbClr val="000000"/>
                </a:solidFill>
                <a:latin typeface="Arial"/>
              </a:rPr>
              <a:t>Overall layout, sizes, labels, and feature flags.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327194" y="4118865"/>
            <a:ext cx="2473602" cy="784830"/>
          </a:xfrm>
          <a:prstGeom prst="rect">
            <a:avLst/>
          </a:prstGeom>
          <a:solidFill>
            <a:srgbClr val="D1A4D1"/>
          </a:solidFill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000000"/>
                </a:solidFill>
                <a:latin typeface="Arial"/>
              </a:rPr>
              <a:t>Data-unit category</a:t>
            </a:r>
            <a:br>
              <a:rPr dirty="0"/>
            </a:br>
            <a:r>
              <a:rPr sz="1500" b="0" dirty="0">
                <a:solidFill>
                  <a:srgbClr val="000000"/>
                </a:solidFill>
                <a:latin typeface="Arial"/>
              </a:rPr>
              <a:t>Blocks/clusters that store file content.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023452" y="5084717"/>
            <a:ext cx="2850548" cy="1015663"/>
          </a:xfrm>
          <a:prstGeom prst="rect">
            <a:avLst/>
          </a:prstGeom>
          <a:solidFill>
            <a:srgbClr val="7ED0F3"/>
          </a:solidFill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000000"/>
                </a:solidFill>
                <a:latin typeface="Arial"/>
              </a:rPr>
              <a:t>Metadata category</a:t>
            </a:r>
            <a:br>
              <a:rPr dirty="0"/>
            </a:br>
            <a:r>
              <a:rPr sz="1500" b="0" dirty="0">
                <a:solidFill>
                  <a:srgbClr val="000000"/>
                </a:solidFill>
                <a:latin typeface="Arial"/>
              </a:rPr>
              <a:t>Inodes, NTFS MFT entries, timestamps, permissions, and pointers to content.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7913" y="4118864"/>
            <a:ext cx="2398148" cy="1015663"/>
          </a:xfrm>
          <a:prstGeom prst="rect">
            <a:avLst/>
          </a:prstGeom>
          <a:solidFill>
            <a:srgbClr val="FFBF93"/>
          </a:solidFill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000000"/>
                </a:solidFill>
                <a:latin typeface="Arial"/>
              </a:rPr>
              <a:t>File-name category</a:t>
            </a:r>
            <a:br>
              <a:rPr dirty="0"/>
            </a:br>
            <a:r>
              <a:rPr sz="1500" b="0" dirty="0">
                <a:solidFill>
                  <a:srgbClr val="000000"/>
                </a:solidFill>
                <a:latin typeface="Arial"/>
              </a:rPr>
              <a:t>Directory entries that map names to metadata addresses.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003605" y="1573806"/>
            <a:ext cx="2916221" cy="1015663"/>
          </a:xfrm>
          <a:prstGeom prst="rect">
            <a:avLst/>
          </a:prstGeom>
          <a:solidFill>
            <a:srgbClr val="BFBFBF"/>
          </a:solidFill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000000"/>
                </a:solidFill>
                <a:latin typeface="Arial"/>
              </a:rPr>
              <a:t>Journal / metadata support</a:t>
            </a:r>
            <a:br>
              <a:rPr dirty="0"/>
            </a:br>
            <a:r>
              <a:rPr sz="1500" b="0" dirty="0">
                <a:solidFill>
                  <a:srgbClr val="000000"/>
                </a:solidFill>
                <a:latin typeface="Arial"/>
              </a:rPr>
              <a:t>Records of file-system updates and recent activity, when available.</a:t>
            </a:r>
          </a:p>
        </p:txBody>
      </p:sp>
      <p:pic>
        <p:nvPicPr>
          <p:cNvPr id="9" name="Picture 6" descr="setup nfs server in ubuntu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278" y="1920061"/>
            <a:ext cx="585173" cy="585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torage - EBUS20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2281" y="5157388"/>
            <a:ext cx="2378515" cy="1514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202" y="5084717"/>
            <a:ext cx="1274250" cy="142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789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78A9F2-DBB5-637E-51D4-533A3DE39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60" y="3300875"/>
            <a:ext cx="2586542" cy="1805697"/>
          </a:xfrm>
          <a:prstGeom prst="rect">
            <a:avLst/>
          </a:prstGeom>
        </p:spPr>
      </p:pic>
      <p:pic>
        <p:nvPicPr>
          <p:cNvPr id="4" name="Picture 6" descr="word request - What is this called in English? paper / sheets/ blank page  (picture is attached) - English Language Learners Stack Exchange">
            <a:extLst>
              <a:ext uri="{FF2B5EF4-FFF2-40B4-BE49-F238E27FC236}">
                <a16:creationId xmlns:a16="http://schemas.microsoft.com/office/drawing/2014/main" id="{A27B9FC3-7CC4-767E-C156-A475B5C7C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4134" y="3474158"/>
            <a:ext cx="1074854" cy="1459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61A855-EA81-40AE-1BA9-7CB95F9E72ED}"/>
              </a:ext>
            </a:extLst>
          </p:cNvPr>
          <p:cNvSpPr txBox="1"/>
          <p:nvPr/>
        </p:nvSpPr>
        <p:spPr>
          <a:xfrm>
            <a:off x="1104120" y="3861959"/>
            <a:ext cx="91974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300" b="1" dirty="0">
                <a:solidFill>
                  <a:srgbClr val="000000"/>
                </a:solidFill>
                <a:latin typeface="Arial"/>
              </a:rPr>
              <a:t>User-visible </a:t>
            </a:r>
            <a:r>
              <a:rPr sz="1300" b="0" dirty="0">
                <a:solidFill>
                  <a:srgbClr val="000000"/>
                </a:solidFill>
                <a:latin typeface="Arial"/>
              </a:rPr>
              <a:t>name</a:t>
            </a:r>
            <a:br>
              <a:rPr dirty="0"/>
            </a:br>
            <a:r>
              <a:rPr sz="1300" b="0" dirty="0">
                <a:solidFill>
                  <a:srgbClr val="000000"/>
                </a:solidFill>
                <a:latin typeface="Arial"/>
              </a:rPr>
              <a:t>foo.txt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16F3BE-3ED8-B0AB-AE6B-7BC35A6799B8}"/>
              </a:ext>
            </a:extLst>
          </p:cNvPr>
          <p:cNvSpPr txBox="1"/>
          <p:nvPr/>
        </p:nvSpPr>
        <p:spPr>
          <a:xfrm>
            <a:off x="2264134" y="3634935"/>
            <a:ext cx="118907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300" b="1" dirty="0">
                <a:solidFill>
                  <a:srgbClr val="000000"/>
                </a:solidFill>
                <a:latin typeface="Arial"/>
              </a:rPr>
              <a:t>File-name layer</a:t>
            </a:r>
            <a:br>
              <a:rPr dirty="0"/>
            </a:br>
            <a:r>
              <a:rPr sz="1300" b="0" dirty="0">
                <a:solidFill>
                  <a:srgbClr val="000000"/>
                </a:solidFill>
                <a:latin typeface="Arial"/>
              </a:rPr>
              <a:t>Directory entry points to metadata.</a:t>
            </a:r>
          </a:p>
        </p:txBody>
      </p:sp>
      <p:pic>
        <p:nvPicPr>
          <p:cNvPr id="7" name="Picture 4" descr="Email letter mail icon - Dashboard Line Style">
            <a:extLst>
              <a:ext uri="{FF2B5EF4-FFF2-40B4-BE49-F238E27FC236}">
                <a16:creationId xmlns:a16="http://schemas.microsoft.com/office/drawing/2014/main" id="{0DDF779C-0FE9-63E5-7F36-71D5CD06F7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0" b="21923"/>
          <a:stretch/>
        </p:blipFill>
        <p:spPr bwMode="auto">
          <a:xfrm>
            <a:off x="4305834" y="3230536"/>
            <a:ext cx="3245939" cy="1876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word request - What is this called in English? paper / sheets/ blank page  (picture is attached) - English Language Learners Stack Exchange">
            <a:extLst>
              <a:ext uri="{FF2B5EF4-FFF2-40B4-BE49-F238E27FC236}">
                <a16:creationId xmlns:a16="http://schemas.microsoft.com/office/drawing/2014/main" id="{5C456620-2750-0FD3-DBF2-8EE0B7597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574" y="3474158"/>
            <a:ext cx="1074854" cy="1459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4517CB-FCEE-7E2D-82C5-5799321000C0}"/>
              </a:ext>
            </a:extLst>
          </p:cNvPr>
          <p:cNvSpPr txBox="1"/>
          <p:nvPr/>
        </p:nvSpPr>
        <p:spPr>
          <a:xfrm>
            <a:off x="6183346" y="3472982"/>
            <a:ext cx="1074854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300" b="1" dirty="0">
                <a:solidFill>
                  <a:srgbClr val="000000"/>
                </a:solidFill>
                <a:latin typeface="Arial"/>
              </a:rPr>
              <a:t>Metadata layer</a:t>
            </a:r>
            <a:br>
              <a:rPr dirty="0"/>
            </a:br>
            <a:r>
              <a:rPr sz="1300" b="0" dirty="0">
                <a:solidFill>
                  <a:srgbClr val="000000"/>
                </a:solidFill>
                <a:latin typeface="Arial"/>
              </a:rPr>
              <a:t>Size, timestamps, and pointers to content.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07AD61-727D-8039-5476-9A9B3427A43D}"/>
              </a:ext>
            </a:extLst>
          </p:cNvPr>
          <p:cNvSpPr txBox="1"/>
          <p:nvPr/>
        </p:nvSpPr>
        <p:spPr>
          <a:xfrm>
            <a:off x="4654131" y="3945076"/>
            <a:ext cx="142911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300" b="1" dirty="0">
                <a:solidFill>
                  <a:srgbClr val="000000"/>
                </a:solidFill>
                <a:latin typeface="Arial"/>
              </a:rPr>
              <a:t>Example metadata</a:t>
            </a:r>
            <a:br>
              <a:rPr dirty="0"/>
            </a:br>
            <a:r>
              <a:rPr sz="1300" b="0" dirty="0">
                <a:solidFill>
                  <a:srgbClr val="000000"/>
                </a:solidFill>
                <a:latin typeface="Arial"/>
              </a:rPr>
              <a:t>size: 10 bytes</a:t>
            </a:r>
            <a:br>
              <a:rPr dirty="0"/>
            </a:br>
            <a:r>
              <a:rPr sz="1300" b="0" dirty="0">
                <a:solidFill>
                  <a:srgbClr val="000000"/>
                </a:solidFill>
                <a:latin typeface="Arial"/>
              </a:rPr>
              <a:t>date: 1/1/23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64A5B0-10F5-DCEA-66AB-FEBB41DB56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 flipH="1">
            <a:off x="8845424" y="2856767"/>
            <a:ext cx="1798898" cy="2578765"/>
          </a:xfrm>
          <a:prstGeom prst="rect">
            <a:avLst/>
          </a:prstGeom>
        </p:spPr>
      </p:pic>
      <p:pic>
        <p:nvPicPr>
          <p:cNvPr id="12" name="Picture 6" descr="word request - What is this called in English? paper / sheets/ blank page  (picture is attached) - English Language Learners Stack Exchange">
            <a:extLst>
              <a:ext uri="{FF2B5EF4-FFF2-40B4-BE49-F238E27FC236}">
                <a16:creationId xmlns:a16="http://schemas.microsoft.com/office/drawing/2014/main" id="{DF7B21C6-A493-F58C-213A-5AEE71290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318" y="3378017"/>
            <a:ext cx="1074854" cy="1459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949F08-4ECD-4ABB-88FE-BDF448D5825F}"/>
              </a:ext>
            </a:extLst>
          </p:cNvPr>
          <p:cNvSpPr txBox="1"/>
          <p:nvPr/>
        </p:nvSpPr>
        <p:spPr>
          <a:xfrm>
            <a:off x="9261318" y="3538794"/>
            <a:ext cx="107485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300" b="1" dirty="0">
                <a:solidFill>
                  <a:srgbClr val="000000"/>
                </a:solidFill>
                <a:latin typeface="Arial"/>
              </a:rPr>
              <a:t>Data-unit layer</a:t>
            </a:r>
            <a:br>
              <a:rPr dirty="0"/>
            </a:br>
            <a:r>
              <a:rPr sz="1300" b="0" dirty="0">
                <a:solidFill>
                  <a:srgbClr val="000000"/>
                </a:solidFill>
                <a:latin typeface="Arial"/>
              </a:rPr>
              <a:t>Sectors/blocks contain the bytes.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C12188B-7F88-3D07-4487-D197D65683E2}"/>
              </a:ext>
            </a:extLst>
          </p:cNvPr>
          <p:cNvCxnSpPr>
            <a:stCxn id="7" idx="3"/>
            <a:endCxn id="11" idx="2"/>
          </p:cNvCxnSpPr>
          <p:nvPr/>
        </p:nvCxnSpPr>
        <p:spPr>
          <a:xfrm flipV="1">
            <a:off x="7551773" y="4146150"/>
            <a:ext cx="903718" cy="22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0725A7A-8285-73B8-CC94-4F10EA2DF5BB}"/>
              </a:ext>
            </a:extLst>
          </p:cNvPr>
          <p:cNvCxnSpPr>
            <a:stCxn id="3" idx="3"/>
          </p:cNvCxnSpPr>
          <p:nvPr/>
        </p:nvCxnSpPr>
        <p:spPr>
          <a:xfrm flipV="1">
            <a:off x="3504002" y="4175028"/>
            <a:ext cx="941389" cy="28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2B036915-6410-934B-BBC7-482E93CC4B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9907" y="309258"/>
            <a:ext cx="4241324" cy="1723524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F822E83-5E8C-4CEC-2145-1A7F4E54C784}"/>
              </a:ext>
            </a:extLst>
          </p:cNvPr>
          <p:cNvCxnSpPr/>
          <p:nvPr/>
        </p:nvCxnSpPr>
        <p:spPr>
          <a:xfrm flipH="1">
            <a:off x="2454812" y="2032782"/>
            <a:ext cx="1851022" cy="921433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C058A40-B0ED-D093-6C43-11E365252CDB}"/>
              </a:ext>
            </a:extLst>
          </p:cNvPr>
          <p:cNvCxnSpPr>
            <a:cxnSpLocks/>
          </p:cNvCxnSpPr>
          <p:nvPr/>
        </p:nvCxnSpPr>
        <p:spPr>
          <a:xfrm>
            <a:off x="5718517" y="1962443"/>
            <a:ext cx="0" cy="1136692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392854B-839C-0E68-3621-67DEDFE424CB}"/>
              </a:ext>
            </a:extLst>
          </p:cNvPr>
          <p:cNvCxnSpPr>
            <a:cxnSpLocks/>
            <a:endCxn id="11" idx="3"/>
          </p:cNvCxnSpPr>
          <p:nvPr/>
        </p:nvCxnSpPr>
        <p:spPr>
          <a:xfrm>
            <a:off x="6963508" y="1971808"/>
            <a:ext cx="2781365" cy="1274893"/>
          </a:xfrm>
          <a:prstGeom prst="straightConnector1">
            <a:avLst/>
          </a:prstGeom>
          <a:ln w="28575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6AC41CA-79DC-8557-9CC6-35EBCCBD6C1D}"/>
              </a:ext>
            </a:extLst>
          </p:cNvPr>
          <p:cNvSpPr txBox="1"/>
          <p:nvPr/>
        </p:nvSpPr>
        <p:spPr>
          <a:xfrm>
            <a:off x="5928802" y="5578918"/>
            <a:ext cx="5702903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sz="2000" dirty="0">
                <a:solidFill>
                  <a:srgbClr val="000000"/>
                </a:solidFill>
                <a:latin typeface="Arial"/>
              </a:rPr>
              <a:t>Forensic takeaway: TSK can follow names → metadata → data units, or recover content directly when file names are gone.</a:t>
            </a:r>
          </a:p>
        </p:txBody>
      </p:sp>
      <p:graphicFrame>
        <p:nvGraphicFramePr>
          <p:cNvPr id="2" name="Table 16">
            <a:extLst>
              <a:ext uri="{FF2B5EF4-FFF2-40B4-BE49-F238E27FC236}">
                <a16:creationId xmlns:a16="http://schemas.microsoft.com/office/drawing/2014/main" id="{75393D4B-5DCA-E69D-4535-AD4ED97FA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894494"/>
              </p:ext>
            </p:extLst>
          </p:nvPr>
        </p:nvGraphicFramePr>
        <p:xfrm>
          <a:off x="10570882" y="865163"/>
          <a:ext cx="106082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3608">
                  <a:extLst>
                    <a:ext uri="{9D8B030D-6E8A-4147-A177-3AD203B41FA5}">
                      <a16:colId xmlns:a16="http://schemas.microsoft.com/office/drawing/2014/main" val="4108904856"/>
                    </a:ext>
                  </a:extLst>
                </a:gridCol>
                <a:gridCol w="353608">
                  <a:extLst>
                    <a:ext uri="{9D8B030D-6E8A-4147-A177-3AD203B41FA5}">
                      <a16:colId xmlns:a16="http://schemas.microsoft.com/office/drawing/2014/main" val="902688788"/>
                    </a:ext>
                  </a:extLst>
                </a:gridCol>
                <a:gridCol w="353608">
                  <a:extLst>
                    <a:ext uri="{9D8B030D-6E8A-4147-A177-3AD203B41FA5}">
                      <a16:colId xmlns:a16="http://schemas.microsoft.com/office/drawing/2014/main" val="1819542418"/>
                    </a:ext>
                  </a:extLst>
                </a:gridCol>
              </a:tblGrid>
              <a:tr h="3455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560666"/>
                  </a:ext>
                </a:extLst>
              </a:tr>
              <a:tr h="3455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266144"/>
                  </a:ext>
                </a:extLst>
              </a:tr>
              <a:tr h="3455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52778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E0C61AE-0819-BDE1-E05A-B53A9BBFD9FE}"/>
              </a:ext>
            </a:extLst>
          </p:cNvPr>
          <p:cNvCxnSpPr>
            <a:cxnSpLocks/>
          </p:cNvCxnSpPr>
          <p:nvPr/>
        </p:nvCxnSpPr>
        <p:spPr>
          <a:xfrm flipV="1">
            <a:off x="9847478" y="1413803"/>
            <a:ext cx="893205" cy="2491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E43B614-36FD-1950-BC49-F055B9690FB3}"/>
              </a:ext>
            </a:extLst>
          </p:cNvPr>
          <p:cNvCxnSpPr>
            <a:cxnSpLocks/>
          </p:cNvCxnSpPr>
          <p:nvPr/>
        </p:nvCxnSpPr>
        <p:spPr>
          <a:xfrm flipV="1">
            <a:off x="10056218" y="1751428"/>
            <a:ext cx="1366748" cy="2250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540F5CF-2277-15A9-1865-DA894A1F92FF}"/>
              </a:ext>
            </a:extLst>
          </p:cNvPr>
          <p:cNvSpPr txBox="1"/>
          <p:nvPr/>
        </p:nvSpPr>
        <p:spPr>
          <a:xfrm>
            <a:off x="10484767" y="495830"/>
            <a:ext cx="124373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300" b="0" dirty="0">
                <a:solidFill>
                  <a:srgbClr val="000000"/>
                </a:solidFill>
                <a:latin typeface="Arial"/>
              </a:rPr>
              <a:t>Disk image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CFBBFC8-180D-CC81-B7A1-540C7C31521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0123" r="11597" b="71795"/>
          <a:stretch/>
        </p:blipFill>
        <p:spPr>
          <a:xfrm>
            <a:off x="868654" y="5686304"/>
            <a:ext cx="4505136" cy="3647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3FC4810-2ADA-4D41-BA7A-C5B00D587752}"/>
              </a:ext>
            </a:extLst>
          </p:cNvPr>
          <p:cNvSpPr txBox="1"/>
          <p:nvPr/>
        </p:nvSpPr>
        <p:spPr>
          <a:xfrm>
            <a:off x="3607750" y="4263962"/>
            <a:ext cx="1429119" cy="701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300" b="0" dirty="0">
                <a:solidFill>
                  <a:srgbClr val="000000"/>
                </a:solidFill>
                <a:latin typeface="Arial"/>
              </a:rPr>
              <a:t>metadata address</a:t>
            </a:r>
            <a:br>
              <a:rPr dirty="0"/>
            </a:br>
            <a:r>
              <a:rPr sz="1300" b="0" dirty="0">
                <a:solidFill>
                  <a:srgbClr val="000000"/>
                </a:solidFill>
                <a:latin typeface="Arial"/>
              </a:rPr>
              <a:t>273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AD3393-5305-3C24-6331-4A4878CB6473}"/>
              </a:ext>
            </a:extLst>
          </p:cNvPr>
          <p:cNvSpPr txBox="1"/>
          <p:nvPr/>
        </p:nvSpPr>
        <p:spPr>
          <a:xfrm>
            <a:off x="7419336" y="4175028"/>
            <a:ext cx="1143898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300" b="0" dirty="0">
                <a:solidFill>
                  <a:srgbClr val="000000"/>
                </a:solidFill>
                <a:latin typeface="Arial"/>
              </a:rPr>
              <a:t>deleted metadata</a:t>
            </a:r>
            <a:br>
              <a:rPr dirty="0"/>
            </a:br>
            <a:r>
              <a:rPr sz="1300" b="0" dirty="0">
                <a:solidFill>
                  <a:srgbClr val="000000"/>
                </a:solidFill>
                <a:latin typeface="Arial"/>
              </a:rPr>
              <a:t>144-6</a:t>
            </a:r>
          </a:p>
        </p:txBody>
      </p:sp>
    </p:spTree>
    <p:extLst>
      <p:ext uri="{BB962C8B-B14F-4D97-AF65-F5344CB8AC3E}">
        <p14:creationId xmlns:p14="http://schemas.microsoft.com/office/powerpoint/2010/main" val="1207510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405" y="121316"/>
            <a:ext cx="5976723" cy="661884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0" dirty="0">
                <a:solidFill>
                  <a:srgbClr val="000000"/>
                </a:solidFill>
                <a:latin typeface="Arial"/>
              </a:rPr>
              <a:t>TSK Tool Families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57431" y="3302887"/>
            <a:ext cx="4286550" cy="917174"/>
          </a:xfrm>
          <a:prstGeom prst="rect">
            <a:avLst/>
          </a:prstGeom>
          <a:solidFill>
            <a:srgbClr val="CAC3E8"/>
          </a:solidFill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Arial"/>
              </a:defRPr>
            </a:pPr>
            <a:r>
              <a:rPr sz="1400" b="1" dirty="0">
                <a:solidFill>
                  <a:srgbClr val="000000"/>
                </a:solidFill>
                <a:latin typeface="Arial"/>
              </a:rPr>
              <a:t>Volume tools</a:t>
            </a:r>
          </a:p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rPr sz="1400" b="0" dirty="0" err="1">
                <a:solidFill>
                  <a:srgbClr val="000000"/>
                </a:solidFill>
                <a:latin typeface="Arial"/>
              </a:rPr>
              <a:t>mmls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— list partition layout and unallocated gaps</a:t>
            </a:r>
          </a:p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rPr sz="1400" b="0" dirty="0" err="1">
                <a:solidFill>
                  <a:srgbClr val="000000"/>
                </a:solidFill>
                <a:latin typeface="Arial"/>
              </a:rPr>
              <a:t>mmstat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— show volume-system details</a:t>
            </a:r>
          </a:p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rPr sz="1400" b="0" dirty="0" err="1">
                <a:solidFill>
                  <a:srgbClr val="000000"/>
                </a:solidFill>
                <a:latin typeface="Arial"/>
              </a:rPr>
              <a:t>mmcat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— extract a volume/partition to </a:t>
            </a:r>
            <a:r>
              <a:rPr sz="1400" b="0" dirty="0" err="1">
                <a:solidFill>
                  <a:srgbClr val="000000"/>
                </a:solidFill>
                <a:latin typeface="Arial"/>
              </a:rPr>
              <a:t>stdout</a:t>
            </a:r>
            <a:endParaRPr sz="14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9347" y="1468150"/>
            <a:ext cx="5612136" cy="1132618"/>
          </a:xfrm>
          <a:prstGeom prst="rect">
            <a:avLst/>
          </a:prstGeom>
          <a:solidFill>
            <a:srgbClr val="90D8A5"/>
          </a:solidFill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Arial"/>
              </a:defRPr>
            </a:pPr>
            <a:r>
              <a:rPr sz="1400" b="1" dirty="0">
                <a:solidFill>
                  <a:srgbClr val="000000"/>
                </a:solidFill>
                <a:latin typeface="Arial"/>
              </a:rPr>
              <a:t>Image and disk tools</a:t>
            </a:r>
          </a:p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rPr sz="1400" b="0" dirty="0" err="1">
                <a:solidFill>
                  <a:srgbClr val="000000"/>
                </a:solidFill>
                <a:latin typeface="Arial"/>
              </a:rPr>
              <a:t>img_stat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— identify image format and size details</a:t>
            </a:r>
          </a:p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rPr sz="1400" b="0" dirty="0" err="1">
                <a:solidFill>
                  <a:srgbClr val="000000"/>
                </a:solidFill>
                <a:latin typeface="Arial"/>
              </a:rPr>
              <a:t>img_cat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— output raw image contents</a:t>
            </a:r>
          </a:p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r>
              <a:rPr sz="1400" b="0" dirty="0" err="1">
                <a:solidFill>
                  <a:srgbClr val="000000"/>
                </a:solidFill>
                <a:latin typeface="Arial"/>
              </a:rPr>
              <a:t>disk_stat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/ </a:t>
            </a:r>
            <a:r>
              <a:rPr sz="1400" b="0" dirty="0" err="1">
                <a:solidFill>
                  <a:srgbClr val="000000"/>
                </a:solidFill>
                <a:latin typeface="Arial"/>
              </a:rPr>
              <a:t>disk_sreset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— inspect or temporarily reset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Host Protected Area (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HPA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)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69347" y="4351114"/>
            <a:ext cx="5438033" cy="917174"/>
          </a:xfrm>
          <a:prstGeom prst="rect">
            <a:avLst/>
          </a:prstGeom>
          <a:solidFill>
            <a:srgbClr val="DCBCAB"/>
          </a:solidFill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Arial"/>
              </a:defRPr>
            </a:pPr>
            <a:r>
              <a:rPr sz="1400" b="1" dirty="0">
                <a:solidFill>
                  <a:srgbClr val="000000"/>
                </a:solidFill>
                <a:latin typeface="Arial"/>
              </a:rPr>
              <a:t>Case-level tools</a:t>
            </a:r>
          </a:p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rPr sz="1400" b="0" dirty="0" err="1">
                <a:solidFill>
                  <a:srgbClr val="000000"/>
                </a:solidFill>
                <a:latin typeface="Arial"/>
              </a:rPr>
              <a:t>tsk_gettimes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— collect temporal data for timeline analysis</a:t>
            </a:r>
          </a:p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rPr sz="1400" b="0" dirty="0" err="1">
                <a:solidFill>
                  <a:srgbClr val="000000"/>
                </a:solidFill>
                <a:latin typeface="Arial"/>
              </a:rPr>
              <a:t>tsk_loaddb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— load metadata into SQLite for scripting</a:t>
            </a:r>
          </a:p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  <a:r>
              <a:rPr sz="1400" b="0" dirty="0" err="1">
                <a:solidFill>
                  <a:srgbClr val="000000"/>
                </a:solidFill>
                <a:latin typeface="Arial"/>
              </a:rPr>
              <a:t>tsk_recover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— export allocated or unallocated files from an image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60BDC4F-B50B-5673-38CC-DCB52AF43930}"/>
                  </a:ext>
                </a:extLst>
              </p14:cNvPr>
              <p14:cNvContentPartPr/>
              <p14:nvPr/>
            </p14:nvContentPartPr>
            <p14:xfrm>
              <a:off x="8062898" y="2943905"/>
              <a:ext cx="249480" cy="243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60BDC4F-B50B-5673-38CC-DCB52AF4393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044898" y="2925905"/>
                <a:ext cx="28512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B259E0-D72F-E408-807C-810A4E6685A0}"/>
                  </a:ext>
                </a:extLst>
              </p14:cNvPr>
              <p14:cNvContentPartPr/>
              <p14:nvPr/>
            </p14:nvContentPartPr>
            <p14:xfrm>
              <a:off x="8416418" y="2985305"/>
              <a:ext cx="320400" cy="240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B259E0-D72F-E408-807C-810A4E6685A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398418" y="2967665"/>
                <a:ext cx="356040" cy="27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8DA50F2F-1798-88B0-19C4-A982E442E5BA}"/>
              </a:ext>
            </a:extLst>
          </p:cNvPr>
          <p:cNvGrpSpPr/>
          <p:nvPr/>
        </p:nvGrpSpPr>
        <p:grpSpPr>
          <a:xfrm>
            <a:off x="1530698" y="3754265"/>
            <a:ext cx="584640" cy="466560"/>
            <a:chOff x="1530698" y="3754265"/>
            <a:chExt cx="584640" cy="46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D54D315-B768-7B07-40DF-31487702CE39}"/>
                    </a:ext>
                  </a:extLst>
                </p14:cNvPr>
                <p14:cNvContentPartPr/>
                <p14:nvPr/>
              </p14:nvContentPartPr>
              <p14:xfrm>
                <a:off x="1572098" y="3837425"/>
                <a:ext cx="118800" cy="320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D54D315-B768-7B07-40DF-31487702CE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54098" y="3819425"/>
                  <a:ext cx="15444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6320BD9-8392-DAA6-0C2C-38CE27BAEF3E}"/>
                    </a:ext>
                  </a:extLst>
                </p14:cNvPr>
                <p14:cNvContentPartPr/>
                <p14:nvPr/>
              </p14:nvContentPartPr>
              <p14:xfrm>
                <a:off x="1530698" y="3975665"/>
                <a:ext cx="131040" cy="14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6320BD9-8392-DAA6-0C2C-38CE27BAEF3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12698" y="3958025"/>
                  <a:ext cx="1666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6C9F452-A8AD-4131-3D14-50FD6EF2232A}"/>
                    </a:ext>
                  </a:extLst>
                </p14:cNvPr>
                <p14:cNvContentPartPr/>
                <p14:nvPr/>
              </p14:nvContentPartPr>
              <p14:xfrm>
                <a:off x="1791698" y="3957665"/>
                <a:ext cx="90360" cy="194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6C9F452-A8AD-4131-3D14-50FD6EF2232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73698" y="3940025"/>
                  <a:ext cx="1260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9D7AF1D-ED02-34C0-2DE7-8173683A37CB}"/>
                    </a:ext>
                  </a:extLst>
                </p14:cNvPr>
                <p14:cNvContentPartPr/>
                <p14:nvPr/>
              </p14:nvContentPartPr>
              <p14:xfrm>
                <a:off x="1980698" y="3754265"/>
                <a:ext cx="33480" cy="466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9D7AF1D-ED02-34C0-2DE7-8173683A37C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63058" y="3736265"/>
                  <a:ext cx="6912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43BA05D-EF8E-DA97-0573-7A363A42CC0F}"/>
                    </a:ext>
                  </a:extLst>
                </p14:cNvPr>
                <p14:cNvContentPartPr/>
                <p14:nvPr/>
              </p14:nvContentPartPr>
              <p14:xfrm>
                <a:off x="2023898" y="3906905"/>
                <a:ext cx="91440" cy="172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43BA05D-EF8E-DA97-0573-7A363A42CC0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05898" y="3888905"/>
                  <a:ext cx="12708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02067BE-E94B-620C-ECA7-219DA12D8FF9}"/>
              </a:ext>
            </a:extLst>
          </p:cNvPr>
          <p:cNvGrpSpPr/>
          <p:nvPr/>
        </p:nvGrpSpPr>
        <p:grpSpPr>
          <a:xfrm>
            <a:off x="2963512" y="2443461"/>
            <a:ext cx="721440" cy="512280"/>
            <a:chOff x="3068258" y="976505"/>
            <a:chExt cx="721440" cy="51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9D14D0A-5AC6-01F3-890B-045BEC132BB2}"/>
                    </a:ext>
                  </a:extLst>
                </p14:cNvPr>
                <p14:cNvContentPartPr/>
                <p14:nvPr/>
              </p14:nvContentPartPr>
              <p14:xfrm>
                <a:off x="3068258" y="1191425"/>
                <a:ext cx="29520" cy="130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9D14D0A-5AC6-01F3-890B-045BEC132BB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50618" y="1173425"/>
                  <a:ext cx="651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1E1A33C-B677-2CC0-7D8C-16D337F02700}"/>
                    </a:ext>
                  </a:extLst>
                </p14:cNvPr>
                <p14:cNvContentPartPr/>
                <p14:nvPr/>
              </p14:nvContentPartPr>
              <p14:xfrm>
                <a:off x="3075098" y="1059665"/>
                <a:ext cx="360" cy="1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1E1A33C-B677-2CC0-7D8C-16D337F0270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57458" y="1042025"/>
                  <a:ext cx="36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9E33EF2-A2BE-3AD5-658B-501BE47EFEE2}"/>
                    </a:ext>
                  </a:extLst>
                </p14:cNvPr>
                <p14:cNvContentPartPr/>
                <p14:nvPr/>
              </p14:nvContentPartPr>
              <p14:xfrm>
                <a:off x="3130898" y="1156505"/>
                <a:ext cx="290160" cy="172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9E33EF2-A2BE-3AD5-658B-501BE47EFEE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12898" y="1138865"/>
                  <a:ext cx="3258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DD87328-1A01-FB24-D2C9-C569C19F64C3}"/>
                    </a:ext>
                  </a:extLst>
                </p14:cNvPr>
                <p14:cNvContentPartPr/>
                <p14:nvPr/>
              </p14:nvContentPartPr>
              <p14:xfrm>
                <a:off x="3477218" y="1163345"/>
                <a:ext cx="70200" cy="325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DD87328-1A01-FB24-D2C9-C569C19F64C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59218" y="1145345"/>
                  <a:ext cx="10584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1109F13-0A4D-9C26-E9F8-62CC857B34A1}"/>
                    </a:ext>
                  </a:extLst>
                </p14:cNvPr>
                <p14:cNvContentPartPr/>
                <p14:nvPr/>
              </p14:nvContentPartPr>
              <p14:xfrm>
                <a:off x="3683498" y="976505"/>
                <a:ext cx="106200" cy="379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1109F13-0A4D-9C26-E9F8-62CC857B34A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65498" y="958865"/>
                  <a:ext cx="141840" cy="41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EB9F920-9E23-766F-ADA7-7D025EB300F3}"/>
              </a:ext>
            </a:extLst>
          </p:cNvPr>
          <p:cNvGrpSpPr/>
          <p:nvPr/>
        </p:nvGrpSpPr>
        <p:grpSpPr>
          <a:xfrm>
            <a:off x="3821392" y="2432841"/>
            <a:ext cx="770040" cy="392040"/>
            <a:chOff x="3872498" y="923585"/>
            <a:chExt cx="770040" cy="3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F14751D-E893-E587-31B5-38C22C11CD9A}"/>
                    </a:ext>
                  </a:extLst>
                </p14:cNvPr>
                <p14:cNvContentPartPr/>
                <p14:nvPr/>
              </p14:nvContentPartPr>
              <p14:xfrm>
                <a:off x="3872498" y="923585"/>
                <a:ext cx="244080" cy="386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F14751D-E893-E587-31B5-38C22C11CD9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54858" y="905585"/>
                  <a:ext cx="27972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0A27FF1-5D8F-1F74-B027-6AA20779FB33}"/>
                    </a:ext>
                  </a:extLst>
                </p14:cNvPr>
                <p14:cNvContentPartPr/>
                <p14:nvPr/>
              </p14:nvContentPartPr>
              <p14:xfrm>
                <a:off x="4190738" y="1166225"/>
                <a:ext cx="40320" cy="110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0A27FF1-5D8F-1F74-B027-6AA20779FB3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172738" y="1148225"/>
                  <a:ext cx="759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FB891C4-CB4E-ED81-BD60-25104D94B086}"/>
                    </a:ext>
                  </a:extLst>
                </p14:cNvPr>
                <p14:cNvContentPartPr/>
                <p14:nvPr/>
              </p14:nvContentPartPr>
              <p14:xfrm>
                <a:off x="4225298" y="1038785"/>
                <a:ext cx="360" cy="27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FB891C4-CB4E-ED81-BD60-25104D94B08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07298" y="1021145"/>
                  <a:ext cx="360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83DAED1-44C9-3340-B8E7-38B997CEFBC0}"/>
                    </a:ext>
                  </a:extLst>
                </p14:cNvPr>
                <p14:cNvContentPartPr/>
                <p14:nvPr/>
              </p14:nvContentPartPr>
              <p14:xfrm>
                <a:off x="4322858" y="1117265"/>
                <a:ext cx="91800" cy="198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83DAED1-44C9-3340-B8E7-38B997CEFBC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304858" y="1099625"/>
                  <a:ext cx="1274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00E21E6-F54C-57B1-DA45-F1A0C65967D7}"/>
                    </a:ext>
                  </a:extLst>
                </p14:cNvPr>
                <p14:cNvContentPartPr/>
                <p14:nvPr/>
              </p14:nvContentPartPr>
              <p14:xfrm>
                <a:off x="4498538" y="948785"/>
                <a:ext cx="18000" cy="356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00E21E6-F54C-57B1-DA45-F1A0C65967D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80538" y="931145"/>
                  <a:ext cx="536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8A8A568-AC8F-8CD1-61CD-7714061FD31F}"/>
                    </a:ext>
                  </a:extLst>
                </p14:cNvPr>
                <p14:cNvContentPartPr/>
                <p14:nvPr/>
              </p14:nvContentPartPr>
              <p14:xfrm>
                <a:off x="4537058" y="1094225"/>
                <a:ext cx="105480" cy="192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8A8A568-AC8F-8CD1-61CD-7714061FD31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519058" y="1076225"/>
                  <a:ext cx="141120" cy="227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80498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5CBF26FF-5041-27CC-0139-075505B94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638" y="0"/>
            <a:ext cx="83391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89651B-EC3D-60CF-D751-76C4C1409479}"/>
              </a:ext>
            </a:extLst>
          </p:cNvPr>
          <p:cNvSpPr txBox="1"/>
          <p:nvPr/>
        </p:nvSpPr>
        <p:spPr>
          <a:xfrm>
            <a:off x="508380" y="314868"/>
            <a:ext cx="6175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000000"/>
                </a:solidFill>
                <a:latin typeface="Arial"/>
              </a:rPr>
              <a:t>Host Protected Area (HPA): disk area hidden from normal OS access.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35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DC30-6F27-F5A9-8367-92782BD62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0">
                <a:solidFill>
                  <a:srgbClr val="000000"/>
                </a:solidFill>
                <a:latin typeface="Arial"/>
              </a:rPr>
              <a:t>Why HPA Matters in Forensics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3F099-5EE8-199E-2C63-7A9563ADD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45720" tIns="27432" rIns="45720" bIns="27432">
            <a:norm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</a:rPr>
              <a:t>Legitimate uses: firmware support, diagnostics, recovery partitions, and manufacturer utilities.</a:t>
            </a:r>
          </a:p>
          <a:p>
            <a:pPr algn="l">
              <a:defRPr sz="2400" b="0">
                <a:solidFill>
                  <a:srgbClr val="000000"/>
                </a:solidFill>
                <a:latin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</a:rPr>
              <a:t>Forensic concern: data stored in an HPA may be invisible to ordinary operating-system tools.</a:t>
            </a:r>
          </a:p>
          <a:p>
            <a:pPr algn="l">
              <a:defRPr sz="2400" b="0">
                <a:solidFill>
                  <a:srgbClr val="000000"/>
                </a:solidFill>
                <a:latin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</a:rPr>
              <a:t>Anti-forensic concern: malware or rootkits may attempt to hide files outside the visible disk area.</a:t>
            </a:r>
          </a:p>
          <a:p>
            <a:pPr algn="l">
              <a:defRPr sz="2400" b="0">
                <a:solidFill>
                  <a:srgbClr val="000000"/>
                </a:solidFill>
                <a:latin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</a:rPr>
              <a:t>Investigation step: check for HPA/DCO before concluding that a physical device has no additional hidden sectors.</a:t>
            </a:r>
          </a:p>
        </p:txBody>
      </p:sp>
    </p:spTree>
    <p:extLst>
      <p:ext uri="{BB962C8B-B14F-4D97-AF65-F5344CB8AC3E}">
        <p14:creationId xmlns:p14="http://schemas.microsoft.com/office/powerpoint/2010/main" val="654124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078" y="1649871"/>
            <a:ext cx="7640507" cy="31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0" dirty="0">
                <a:solidFill>
                  <a:srgbClr val="000000"/>
                </a:solidFill>
                <a:latin typeface="Arial"/>
              </a:rPr>
              <a:t>Core File-System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8863" y="1311105"/>
            <a:ext cx="7793417" cy="338554"/>
          </a:xfrm>
          <a:prstGeom prst="rect">
            <a:avLst/>
          </a:prstGeom>
          <a:solidFill>
            <a:srgbClr val="FFF13F"/>
          </a:solidFill>
        </p:spPr>
        <p:txBody>
          <a:bodyPr wrap="square">
            <a:spAutoFit/>
          </a:bodyPr>
          <a:lstStyle/>
          <a:p>
            <a:r>
              <a:rPr sz="1400" b="0">
                <a:latin typeface="Arial"/>
              </a:rPr>
              <a:t>fsstat: summarize file-system layout, size, block/cluster size, and labels.</a:t>
            </a:r>
            <a:endParaRPr lang="en-US" sz="1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7114" y="2533840"/>
            <a:ext cx="3444240" cy="1169551"/>
          </a:xfrm>
          <a:prstGeom prst="rect">
            <a:avLst/>
          </a:prstGeom>
          <a:solidFill>
            <a:srgbClr val="FFBF93"/>
          </a:solidFill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00000"/>
                </a:solidFill>
                <a:latin typeface="Arial"/>
              </a:rPr>
              <a:t>Name and metadata navigation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b="0" dirty="0" err="1">
                <a:solidFill>
                  <a:srgbClr val="000000"/>
                </a:solidFill>
                <a:latin typeface="Arial"/>
              </a:rPr>
              <a:t>fls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— list directory entries, including</a:t>
            </a:r>
            <a:endParaRPr lang="en-US" sz="1400" b="0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000000"/>
                </a:solidFill>
                <a:latin typeface="Arial"/>
              </a:rPr>
              <a:t>deleted entries</a:t>
            </a:r>
            <a:endParaRPr lang="en-US" sz="1400" b="0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b="0" dirty="0" err="1">
                <a:solidFill>
                  <a:srgbClr val="000000"/>
                </a:solidFill>
                <a:latin typeface="Arial"/>
              </a:rPr>
              <a:t>ffind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— find names pointing to a metadata address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392238" y="4782519"/>
            <a:ext cx="7595042" cy="954107"/>
          </a:xfrm>
          <a:prstGeom prst="rect">
            <a:avLst/>
          </a:prstGeom>
          <a:solidFill>
            <a:srgbClr val="7FD0F3"/>
          </a:solidFill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00000"/>
                </a:solidFill>
                <a:latin typeface="Arial"/>
              </a:rPr>
              <a:t>Metadata-centered recovery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icat</a:t>
            </a:r>
            <a:r>
              <a:rPr sz="1400" dirty="0">
                <a:solidFill>
                  <a:srgbClr val="000000"/>
                </a:solidFill>
                <a:latin typeface="Arial"/>
              </a:rPr>
              <a:t> — extract file content by metadata address</a:t>
            </a:r>
            <a:endParaRPr lang="en-US" sz="1400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ifind</a:t>
            </a:r>
            <a:r>
              <a:rPr sz="1400" dirty="0">
                <a:solidFill>
                  <a:srgbClr val="000000"/>
                </a:solidFill>
                <a:latin typeface="Arial"/>
              </a:rPr>
              <a:t> — identify metadata by file name or data unit</a:t>
            </a:r>
            <a:endParaRPr lang="en-US" sz="1400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ils</a:t>
            </a:r>
            <a:r>
              <a:rPr sz="1400" dirty="0">
                <a:solidFill>
                  <a:srgbClr val="000000"/>
                </a:solidFill>
                <a:latin typeface="Arial"/>
              </a:rPr>
              <a:t> /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istat</a:t>
            </a:r>
            <a:r>
              <a:rPr sz="1400" dirty="0">
                <a:solidFill>
                  <a:srgbClr val="000000"/>
                </a:solidFill>
                <a:latin typeface="Arial"/>
              </a:rPr>
              <a:t> — list or inspect metadata records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3971354" y="3857279"/>
            <a:ext cx="92646" cy="15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497511" y="1814850"/>
            <a:ext cx="4074729" cy="1384995"/>
          </a:xfrm>
          <a:prstGeom prst="rect">
            <a:avLst/>
          </a:prstGeom>
          <a:solidFill>
            <a:srgbClr val="D1A4D1"/>
          </a:solidFill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00000"/>
                </a:solidFill>
                <a:latin typeface="Arial"/>
              </a:rPr>
              <a:t>Data-unit tools</a:t>
            </a:r>
            <a:endParaRPr lang="en-US" sz="1400" b="1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b="0" dirty="0" err="1">
                <a:solidFill>
                  <a:srgbClr val="000000"/>
                </a:solidFill>
                <a:latin typeface="Arial"/>
              </a:rPr>
              <a:t>blkcat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— extract data units</a:t>
            </a:r>
            <a:endParaRPr lang="en-US" sz="1400" b="0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b="0" dirty="0" err="1">
                <a:solidFill>
                  <a:srgbClr val="000000"/>
                </a:solidFill>
                <a:latin typeface="Arial"/>
              </a:rPr>
              <a:t>blkls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— extract/list unallocated space</a:t>
            </a:r>
            <a:endParaRPr lang="en-US" sz="1400" b="0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b="0" dirty="0" err="1">
                <a:solidFill>
                  <a:srgbClr val="000000"/>
                </a:solidFill>
                <a:latin typeface="Arial"/>
              </a:rPr>
              <a:t>blkstat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— inspect a data unit</a:t>
            </a:r>
            <a:endParaRPr lang="en-US" sz="1400" b="0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b="0" dirty="0" err="1">
                <a:solidFill>
                  <a:srgbClr val="000000"/>
                </a:solidFill>
                <a:latin typeface="Arial"/>
              </a:rPr>
              <a:t>blkcalc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— map unallocated-space offsets back to original image offsets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F0A1B63-04D0-56EA-8A33-90624121B7C0}"/>
              </a:ext>
            </a:extLst>
          </p:cNvPr>
          <p:cNvGrpSpPr/>
          <p:nvPr/>
        </p:nvGrpSpPr>
        <p:grpSpPr>
          <a:xfrm>
            <a:off x="9765698" y="1135625"/>
            <a:ext cx="722520" cy="473400"/>
            <a:chOff x="9765698" y="1135625"/>
            <a:chExt cx="722520" cy="47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4FBF0B6-8D6A-9599-9125-BCE2B58611AA}"/>
                    </a:ext>
                  </a:extLst>
                </p14:cNvPr>
                <p14:cNvContentPartPr/>
                <p14:nvPr/>
              </p14:nvContentPartPr>
              <p14:xfrm>
                <a:off x="9765698" y="1177385"/>
                <a:ext cx="210960" cy="4316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4FBF0B6-8D6A-9599-9125-BCE2B58611A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48058" y="1159385"/>
                  <a:ext cx="24660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9974F8F-3E9B-ECF1-1315-66DF4B675206}"/>
                    </a:ext>
                  </a:extLst>
                </p14:cNvPr>
                <p14:cNvContentPartPr/>
                <p14:nvPr/>
              </p14:nvContentPartPr>
              <p14:xfrm>
                <a:off x="10085738" y="1135625"/>
                <a:ext cx="40320" cy="424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9974F8F-3E9B-ECF1-1315-66DF4B67520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068098" y="1117985"/>
                  <a:ext cx="7596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E5BE820-DC9B-25E2-C344-635A4D148287}"/>
                    </a:ext>
                  </a:extLst>
                </p14:cNvPr>
                <p14:cNvContentPartPr/>
                <p14:nvPr/>
              </p14:nvContentPartPr>
              <p14:xfrm>
                <a:off x="10307498" y="1170545"/>
                <a:ext cx="46440" cy="411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E5BE820-DC9B-25E2-C344-635A4D14828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289498" y="1152545"/>
                  <a:ext cx="8208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97BAA35-04BA-F243-1452-7CDAFB7DAEF0}"/>
                    </a:ext>
                  </a:extLst>
                </p14:cNvPr>
                <p14:cNvContentPartPr/>
                <p14:nvPr/>
              </p14:nvContentPartPr>
              <p14:xfrm>
                <a:off x="10378418" y="1288265"/>
                <a:ext cx="109800" cy="229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97BAA35-04BA-F243-1452-7CDAFB7DAEF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60418" y="1270265"/>
                  <a:ext cx="14544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C040BD1-4C8F-E505-E6DC-95AAA97A7927}"/>
              </a:ext>
            </a:extLst>
          </p:cNvPr>
          <p:cNvGrpSpPr/>
          <p:nvPr/>
        </p:nvGrpSpPr>
        <p:grpSpPr>
          <a:xfrm>
            <a:off x="1835618" y="5299385"/>
            <a:ext cx="168120" cy="445320"/>
            <a:chOff x="1835618" y="5299385"/>
            <a:chExt cx="168120" cy="44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EB34674-2330-091E-8902-9EB043640992}"/>
                    </a:ext>
                  </a:extLst>
                </p14:cNvPr>
                <p14:cNvContentPartPr/>
                <p14:nvPr/>
              </p14:nvContentPartPr>
              <p14:xfrm>
                <a:off x="1835618" y="5485505"/>
                <a:ext cx="168120" cy="259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EB34674-2330-091E-8902-9EB04364099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17618" y="5467865"/>
                  <a:ext cx="2037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F8BB5C8-CD57-6935-FA21-F26AD8D35FFB}"/>
                    </a:ext>
                  </a:extLst>
                </p14:cNvPr>
                <p14:cNvContentPartPr/>
                <p14:nvPr/>
              </p14:nvContentPartPr>
              <p14:xfrm>
                <a:off x="1918778" y="5299385"/>
                <a:ext cx="47880" cy="70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F8BB5C8-CD57-6935-FA21-F26AD8D35FF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00778" y="5281385"/>
                  <a:ext cx="8352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61CB8DE-05AE-FFF7-3EC6-95E57809A882}"/>
              </a:ext>
            </a:extLst>
          </p:cNvPr>
          <p:cNvGrpSpPr/>
          <p:nvPr/>
        </p:nvGrpSpPr>
        <p:grpSpPr>
          <a:xfrm>
            <a:off x="1198058" y="1946345"/>
            <a:ext cx="287280" cy="442800"/>
            <a:chOff x="1198058" y="1946345"/>
            <a:chExt cx="28728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755F47-4065-5D6E-D360-7B81EFC054A4}"/>
                    </a:ext>
                  </a:extLst>
                </p14:cNvPr>
                <p14:cNvContentPartPr/>
                <p14:nvPr/>
              </p14:nvContentPartPr>
              <p14:xfrm>
                <a:off x="1376618" y="1946345"/>
                <a:ext cx="99000" cy="442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755F47-4065-5D6E-D360-7B81EFC054A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58978" y="1928345"/>
                  <a:ext cx="13464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F198223-E5A8-03EF-9C9D-1D4040217B54}"/>
                    </a:ext>
                  </a:extLst>
                </p14:cNvPr>
                <p14:cNvContentPartPr/>
                <p14:nvPr/>
              </p14:nvContentPartPr>
              <p14:xfrm>
                <a:off x="1198058" y="2153345"/>
                <a:ext cx="287280" cy="8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F198223-E5A8-03EF-9C9D-1D4040217B5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80058" y="2135705"/>
                  <a:ext cx="322920" cy="44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69373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E7D01D-361A-4E10-A910-E55BEA887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429" y="1736726"/>
            <a:ext cx="10515600" cy="2852737"/>
          </a:xfrm>
        </p:spPr>
        <p:txBody>
          <a:bodyPr wrap="square"/>
          <a:lstStyle/>
          <a:p>
            <a:r>
              <a:rPr sz="4000" b="0">
                <a:solidFill>
                  <a:srgbClr val="000000"/>
                </a:solidFill>
                <a:latin typeface="Arial"/>
              </a:rPr>
              <a:t>Hands-on Scenario: Deleted File Recovery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6CFE43-7D90-4362-B9CE-876BC4717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400" b="0">
                <a:solidFill>
                  <a:srgbClr val="000000"/>
                </a:solidFill>
                <a:latin typeface="Arial"/>
              </a:rPr>
              <a:t>Goal: locate and recover a deleted file, then explain the evidence path from directory entry to metadata address to file content.</a:t>
            </a:r>
          </a:p>
        </p:txBody>
      </p:sp>
    </p:spTree>
    <p:extLst>
      <p:ext uri="{BB962C8B-B14F-4D97-AF65-F5344CB8AC3E}">
        <p14:creationId xmlns:p14="http://schemas.microsoft.com/office/powerpoint/2010/main" val="2287346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E57A-E7FE-F161-30FA-28B6D78F1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0">
                <a:solidFill>
                  <a:srgbClr val="000000"/>
                </a:solidFill>
                <a:latin typeface="Arial"/>
              </a:rPr>
              <a:t>Disk Image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1872A-04A6-CB94-02B9-B32A6C87C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400" b="0">
                <a:solidFill>
                  <a:srgbClr val="000000"/>
                </a:solidFill>
                <a:latin typeface="Arial"/>
              </a:rPr>
              <a:t>Start by identifying what kind of image you have and what structure begins at sector 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637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36278F-2049-3E4A-084D-8CD856C7B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592455"/>
            <a:ext cx="11346180" cy="56730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6CB1EC-9791-DA5B-BEA4-567635472984}"/>
              </a:ext>
            </a:extLst>
          </p:cNvPr>
          <p:cNvSpPr/>
          <p:nvPr/>
        </p:nvSpPr>
        <p:spPr>
          <a:xfrm>
            <a:off x="579120" y="5215890"/>
            <a:ext cx="4160520" cy="156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481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8F7CC6-D50F-490F-9383-8ADE3DFA0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125" y="1445441"/>
            <a:ext cx="7759750" cy="26306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792CE4-21CE-404C-B366-E6C403278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6125" y="4076114"/>
            <a:ext cx="7759750" cy="17526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9099EF-CF85-49C0-90DB-EC320EF8B782}"/>
              </a:ext>
            </a:extLst>
          </p:cNvPr>
          <p:cNvSpPr txBox="1"/>
          <p:nvPr/>
        </p:nvSpPr>
        <p:spPr>
          <a:xfrm>
            <a:off x="2216125" y="982299"/>
            <a:ext cx="5856457" cy="43088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sz="2200" b="0" dirty="0">
                <a:solidFill>
                  <a:srgbClr val="000000"/>
                </a:solidFill>
                <a:latin typeface="Arial"/>
              </a:rPr>
              <a:t>Download / prepare the practice disk image</a:t>
            </a:r>
          </a:p>
        </p:txBody>
      </p:sp>
    </p:spTree>
    <p:extLst>
      <p:ext uri="{BB962C8B-B14F-4D97-AF65-F5344CB8AC3E}">
        <p14:creationId xmlns:p14="http://schemas.microsoft.com/office/powerpoint/2010/main" val="3000983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D61865-D989-713E-6929-D02C83D664D3}"/>
              </a:ext>
            </a:extLst>
          </p:cNvPr>
          <p:cNvSpPr txBox="1"/>
          <p:nvPr/>
        </p:nvSpPr>
        <p:spPr>
          <a:xfrm>
            <a:off x="1029292" y="1399303"/>
            <a:ext cx="5688904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b="0" dirty="0" err="1">
                <a:solidFill>
                  <a:srgbClr val="000000"/>
                </a:solidFill>
                <a:latin typeface="Arial"/>
              </a:rPr>
              <a:t>img_stat</a:t>
            </a:r>
            <a:r>
              <a:rPr b="0" dirty="0">
                <a:solidFill>
                  <a:srgbClr val="000000"/>
                </a:solidFill>
                <a:latin typeface="Arial"/>
              </a:rPr>
              <a:t>: identify image format and basic properties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09D7C1-E85B-20EF-0E82-56216DA81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92" y="1783162"/>
            <a:ext cx="5688904" cy="17404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9FF5C9-FF0B-D931-EEFF-3757F74E7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36" y="5170235"/>
            <a:ext cx="6782388" cy="1127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F06478-46F5-57B6-18D5-A339C40D848D}"/>
              </a:ext>
            </a:extLst>
          </p:cNvPr>
          <p:cNvSpPr txBox="1"/>
          <p:nvPr/>
        </p:nvSpPr>
        <p:spPr>
          <a:xfrm>
            <a:off x="1050430" y="4509377"/>
            <a:ext cx="6867800" cy="646331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sz="1800" b="0" dirty="0" err="1">
                <a:solidFill>
                  <a:srgbClr val="000000"/>
                </a:solidFill>
                <a:latin typeface="Arial"/>
              </a:rPr>
              <a:t>img_cat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+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hexdump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: inspect the first sector when you need </a:t>
            </a:r>
            <a:endParaRPr lang="en-US" sz="1800" b="0" dirty="0">
              <a:solidFill>
                <a:srgbClr val="000000"/>
              </a:solidFill>
              <a:latin typeface="Arial"/>
            </a:endParaRPr>
          </a:p>
          <a:p>
            <a:r>
              <a:rPr sz="1800" b="0" dirty="0">
                <a:solidFill>
                  <a:srgbClr val="000000"/>
                </a:solidFill>
                <a:latin typeface="Arial"/>
              </a:rPr>
              <a:t>to verify boot-sector or MBR/VBR bytes.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8B9EB3-3951-EA7C-E8FA-8F4F46F0C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305" y="3917807"/>
            <a:ext cx="4983912" cy="4191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D3A0B5C-A152-BC85-D404-078ABCAEFBE7}"/>
                  </a:ext>
                </a:extLst>
              </p14:cNvPr>
              <p14:cNvContentPartPr/>
              <p14:nvPr/>
            </p14:nvContentPartPr>
            <p14:xfrm>
              <a:off x="2430647" y="2806202"/>
              <a:ext cx="995400" cy="329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D3A0B5C-A152-BC85-D404-078ABCAEFB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24527" y="2800082"/>
                <a:ext cx="100764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403AA70-81E9-CF3B-E52D-D4612E34E7E7}"/>
                  </a:ext>
                </a:extLst>
              </p14:cNvPr>
              <p14:cNvContentPartPr/>
              <p14:nvPr/>
            </p14:nvContentPartPr>
            <p14:xfrm>
              <a:off x="978707" y="4056203"/>
              <a:ext cx="972720" cy="424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403AA70-81E9-CF3B-E52D-D4612E34E7E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72587" y="4050083"/>
                <a:ext cx="984960" cy="43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9CE9A507-85FF-2153-700C-45F906DCC7D9}"/>
              </a:ext>
            </a:extLst>
          </p:cNvPr>
          <p:cNvGrpSpPr/>
          <p:nvPr/>
        </p:nvGrpSpPr>
        <p:grpSpPr>
          <a:xfrm>
            <a:off x="1868957" y="3102481"/>
            <a:ext cx="1063169" cy="1000521"/>
            <a:chOff x="1906742" y="2701615"/>
            <a:chExt cx="1240200" cy="116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534BA3B-8C55-C5F0-ECB8-DEC5EA06AF0D}"/>
                    </a:ext>
                  </a:extLst>
                </p14:cNvPr>
                <p14:cNvContentPartPr/>
                <p14:nvPr/>
              </p14:nvContentPartPr>
              <p14:xfrm>
                <a:off x="1906742" y="2701615"/>
                <a:ext cx="1147680" cy="1167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534BA3B-8C55-C5F0-ECB8-DEC5EA06AF0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00622" y="2695495"/>
                  <a:ext cx="1159920" cy="11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10AD8A3-3890-3F71-F4B0-C73A03EC3574}"/>
                    </a:ext>
                  </a:extLst>
                </p14:cNvPr>
                <p14:cNvContentPartPr/>
                <p14:nvPr/>
              </p14:nvContentPartPr>
              <p14:xfrm>
                <a:off x="3047942" y="2719615"/>
                <a:ext cx="99000" cy="127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10AD8A3-3890-3F71-F4B0-C73A03EC357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41822" y="2713495"/>
                  <a:ext cx="111240" cy="13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1479CD8-B22F-2F13-9D8E-70E822E7C204}"/>
                  </a:ext>
                </a:extLst>
              </p14:cNvPr>
              <p14:cNvContentPartPr/>
              <p14:nvPr/>
            </p14:nvContentPartPr>
            <p14:xfrm>
              <a:off x="2846741" y="5585822"/>
              <a:ext cx="526680" cy="2674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1479CD8-B22F-2F13-9D8E-70E822E7C20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840621" y="5579702"/>
                <a:ext cx="53892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0DF08DA-7D6F-D061-156C-B46D5CA4BA68}"/>
                  </a:ext>
                </a:extLst>
              </p14:cNvPr>
              <p14:cNvContentPartPr/>
              <p14:nvPr/>
            </p14:nvContentPartPr>
            <p14:xfrm>
              <a:off x="3190547" y="4131803"/>
              <a:ext cx="1485360" cy="1401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0DF08DA-7D6F-D061-156C-B46D5CA4BA6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184427" y="4125681"/>
                <a:ext cx="1497600" cy="1413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0769C08-2E59-E00F-F9C8-433BBA145968}"/>
                  </a:ext>
                </a:extLst>
              </p14:cNvPr>
              <p14:cNvContentPartPr/>
              <p14:nvPr/>
            </p14:nvContentPartPr>
            <p14:xfrm>
              <a:off x="4708667" y="4149803"/>
              <a:ext cx="27000" cy="34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0769C08-2E59-E00F-F9C8-433BBA14596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702547" y="4143746"/>
                <a:ext cx="39240" cy="466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6BAF94B-4D04-EF15-212A-E00E987160C8}"/>
                  </a:ext>
                </a:extLst>
              </p14:cNvPr>
              <p14:cNvContentPartPr/>
              <p14:nvPr/>
            </p14:nvContentPartPr>
            <p14:xfrm>
              <a:off x="4628747" y="3836963"/>
              <a:ext cx="407160" cy="4071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6BAF94B-4D04-EF15-212A-E00E987160C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622632" y="3830843"/>
                <a:ext cx="419389" cy="4194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CC944DE-6419-5C6D-6B55-AA90972BD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FAT Volume Boot Record (VBR)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765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F78274-75AF-6E34-920C-7A9C1425B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85" y="92513"/>
            <a:ext cx="7953821" cy="67654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4D80E2-DEA4-D764-6E48-AA7746A414E2}"/>
              </a:ext>
            </a:extLst>
          </p:cNvPr>
          <p:cNvSpPr txBox="1"/>
          <p:nvPr/>
        </p:nvSpPr>
        <p:spPr>
          <a:xfrm>
            <a:off x="9056717" y="762985"/>
            <a:ext cx="24730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000" b="0" dirty="0">
                <a:solidFill>
                  <a:srgbClr val="000000"/>
                </a:solidFill>
                <a:latin typeface="Arial"/>
              </a:rPr>
              <a:t>Practice image: Ch01InChap01.dd</a:t>
            </a:r>
            <a:br>
              <a:rPr dirty="0"/>
            </a:br>
            <a:r>
              <a:rPr sz="2000" b="0" dirty="0">
                <a:solidFill>
                  <a:srgbClr val="000000"/>
                </a:solidFill>
                <a:latin typeface="Arial"/>
              </a:rPr>
              <a:t>Sector 0 contains a FAT Volume Boot Record (VBR).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61856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C51608-4E56-465E-58B4-809E6F7BA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55" y="691945"/>
            <a:ext cx="10948220" cy="547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229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36757-EAA0-BE2A-C3A6-3791D6DE7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716" y="1557554"/>
            <a:ext cx="8497036" cy="9830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0C7CA8-6D04-9EFD-701E-F74B81806984}"/>
              </a:ext>
            </a:extLst>
          </p:cNvPr>
          <p:cNvSpPr txBox="1"/>
          <p:nvPr/>
        </p:nvSpPr>
        <p:spPr>
          <a:xfrm>
            <a:off x="1215715" y="1119041"/>
            <a:ext cx="715746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sz="2000" b="0" dirty="0">
                <a:solidFill>
                  <a:srgbClr val="000000"/>
                </a:solidFill>
                <a:latin typeface="Arial"/>
              </a:rPr>
              <a:t>Sector 0 in an NTFS image: Master Boot Record (MBR)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F54210-7A7B-3AE5-1467-B8FB73CEF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716" y="3248435"/>
            <a:ext cx="8169348" cy="25224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7D66CC-D3CC-4413-181E-0C2D19A59E43}"/>
              </a:ext>
            </a:extLst>
          </p:cNvPr>
          <p:cNvSpPr txBox="1"/>
          <p:nvPr/>
        </p:nvSpPr>
        <p:spPr>
          <a:xfrm>
            <a:off x="1296785" y="2709861"/>
            <a:ext cx="343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8103EA-5108-2042-C3D3-3BEA035BB6CC}"/>
              </a:ext>
            </a:extLst>
          </p:cNvPr>
          <p:cNvSpPr txBox="1"/>
          <p:nvPr/>
        </p:nvSpPr>
        <p:spPr>
          <a:xfrm>
            <a:off x="7772400" y="480406"/>
            <a:ext cx="3869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0" dirty="0">
                <a:solidFill>
                  <a:srgbClr val="000000"/>
                </a:solidFill>
                <a:latin typeface="Arial"/>
              </a:rPr>
              <a:t>Example source: NIST </a:t>
            </a:r>
            <a:r>
              <a:rPr sz="1200" b="0" dirty="0" err="1">
                <a:solidFill>
                  <a:srgbClr val="000000"/>
                </a:solidFill>
                <a:latin typeface="Arial"/>
              </a:rPr>
              <a:t>CFReDS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data leakage image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 (</a:t>
            </a:r>
            <a:r>
              <a:rPr lang="en-US" sz="1200" dirty="0"/>
              <a:t>https://cfreds-archive.nist.gov/data_leakage_case/data-leakage-case.htm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)</a:t>
            </a:r>
            <a:endParaRPr sz="1200" b="0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DA8444-948B-B0D6-FC37-0B8E79B20EBB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7108054" y="803572"/>
            <a:ext cx="664346" cy="753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23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27410D-50AD-9A75-A864-5C04A5B32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16" y="0"/>
            <a:ext cx="8537207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746BE2B-5F46-89CC-291D-78D9070E38D5}"/>
              </a:ext>
            </a:extLst>
          </p:cNvPr>
          <p:cNvSpPr txBox="1"/>
          <p:nvPr/>
        </p:nvSpPr>
        <p:spPr>
          <a:xfrm>
            <a:off x="9814703" y="422217"/>
            <a:ext cx="19810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Arial"/>
              </a:rPr>
              <a:t>Example image source: NIST CFReDS data leakage image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B7C26C8-29F6-D7C4-D5A9-94DD26294BD0}"/>
              </a:ext>
            </a:extLst>
          </p:cNvPr>
          <p:cNvCxnSpPr>
            <a:stCxn id="16" idx="1"/>
          </p:cNvCxnSpPr>
          <p:nvPr/>
        </p:nvCxnSpPr>
        <p:spPr>
          <a:xfrm flipH="1">
            <a:off x="8862040" y="1006993"/>
            <a:ext cx="952663" cy="492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261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2F4A2-8006-73F0-D52C-6576447DC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0">
                <a:solidFill>
                  <a:srgbClr val="000000"/>
                </a:solidFill>
                <a:latin typeface="Arial"/>
              </a:rPr>
              <a:t>Volume-System Tools: Partition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F9B18-4E26-1058-1366-7BCAD83F0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400" b="0">
                <a:solidFill>
                  <a:srgbClr val="000000"/>
                </a:solidFill>
                <a:latin typeface="Arial"/>
              </a:rPr>
              <a:t>Use volume tools when the image contains a partition table or multiple volumes.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18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500ECE9-C7F4-E509-423C-5E2C1D4C8328}"/>
              </a:ext>
            </a:extLst>
          </p:cNvPr>
          <p:cNvSpPr txBox="1"/>
          <p:nvPr/>
        </p:nvSpPr>
        <p:spPr>
          <a:xfrm>
            <a:off x="1353229" y="657612"/>
            <a:ext cx="3480137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Arial"/>
              </a:rPr>
              <a:t>mmls: identify partition layout and offsets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80C2DA-02E8-8816-AA65-D74DF90A151D}"/>
              </a:ext>
            </a:extLst>
          </p:cNvPr>
          <p:cNvSpPr txBox="1"/>
          <p:nvPr/>
        </p:nvSpPr>
        <p:spPr>
          <a:xfrm>
            <a:off x="1353229" y="2157127"/>
            <a:ext cx="403026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rial"/>
              </a:rPr>
              <a:t>If the image contains a partition table, use the start sector as the offset for later file-system commands.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7BE5E0-E089-AD23-D794-0E74BE100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229" y="1032675"/>
            <a:ext cx="5273497" cy="7468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BFC6EE-A56E-CBBC-C695-87160330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400" y="2526459"/>
            <a:ext cx="7895004" cy="297967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F24850C-D104-2AF8-6CBA-CC385DDAFB72}"/>
              </a:ext>
            </a:extLst>
          </p:cNvPr>
          <p:cNvSpPr txBox="1"/>
          <p:nvPr/>
        </p:nvSpPr>
        <p:spPr>
          <a:xfrm>
            <a:off x="7985902" y="1597212"/>
            <a:ext cx="3581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0" dirty="0">
                <a:solidFill>
                  <a:srgbClr val="000000"/>
                </a:solidFill>
                <a:latin typeface="Arial"/>
              </a:rPr>
              <a:t>Example source: NIST </a:t>
            </a:r>
            <a:r>
              <a:rPr sz="1200" b="0" dirty="0" err="1">
                <a:solidFill>
                  <a:srgbClr val="000000"/>
                </a:solidFill>
                <a:latin typeface="Arial"/>
              </a:rPr>
              <a:t>CFReDS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data leakage image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 (download from </a:t>
            </a:r>
            <a:r>
              <a:rPr lang="en-US" sz="1200" dirty="0"/>
              <a:t>https://cfreds-archive.nist.gov/data_leakage_case/data-leakage-case.html)</a:t>
            </a:r>
            <a:endParaRPr sz="1200" b="0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3BBE961-D7C5-F246-9E80-EF89319288C3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7010400" y="2012711"/>
            <a:ext cx="975502" cy="883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E8197B2D-3A8B-8B73-B254-DBB100E66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400" y="5767046"/>
            <a:ext cx="7140559" cy="49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99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413474-AE31-005F-D7D4-584079BEF14A}"/>
              </a:ext>
            </a:extLst>
          </p:cNvPr>
          <p:cNvSpPr txBox="1"/>
          <p:nvPr/>
        </p:nvSpPr>
        <p:spPr>
          <a:xfrm>
            <a:off x="1243361" y="1637885"/>
            <a:ext cx="485263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Arial"/>
              </a:rPr>
              <a:t>mmcat: extract a selected volume/partition to stdout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94D62B-10E1-F66D-3B79-3121549F8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703" y="2007217"/>
            <a:ext cx="8397968" cy="304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2802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C1792-A3F6-1DE6-ABD7-C479F578F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0">
                <a:solidFill>
                  <a:srgbClr val="000000"/>
                </a:solidFill>
                <a:latin typeface="Arial"/>
              </a:rPr>
              <a:t>File-System Tools: Inside a Partition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3045F-3136-D2A0-9112-9B38CA06D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400" b="0">
                <a:solidFill>
                  <a:srgbClr val="000000"/>
                </a:solidFill>
                <a:latin typeface="Arial"/>
              </a:rPr>
              <a:t>Once the correct offset is known, file-system tools can list, inspect, and recover files.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319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72D23D1-A4D2-4642-8D55-2BFC6315356B}"/>
              </a:ext>
            </a:extLst>
          </p:cNvPr>
          <p:cNvSpPr txBox="1"/>
          <p:nvPr/>
        </p:nvSpPr>
        <p:spPr>
          <a:xfrm>
            <a:off x="1143248" y="510167"/>
            <a:ext cx="3778157" cy="923330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Arial"/>
              </a:rPr>
              <a:t>fsstat: verify file-system type, layout, and block size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008DC8-51D0-666F-2E1B-0BFE0BBC3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832" y="510167"/>
            <a:ext cx="4961050" cy="26291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7E2597-69AE-502E-52FA-7ACE8EEC5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405" y="3310054"/>
            <a:ext cx="8268417" cy="32997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2A28C7-834C-050F-E76A-CC2EACAF8699}"/>
              </a:ext>
            </a:extLst>
          </p:cNvPr>
          <p:cNvSpPr txBox="1"/>
          <p:nvPr/>
        </p:nvSpPr>
        <p:spPr>
          <a:xfrm>
            <a:off x="672850" y="3310054"/>
            <a:ext cx="1247390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sz="1800" b="0" dirty="0">
                <a:solidFill>
                  <a:srgbClr val="000000"/>
                </a:solidFill>
                <a:latin typeface="Arial"/>
              </a:rPr>
              <a:t>Example: NTFS file-system statistics</a:t>
            </a:r>
          </a:p>
        </p:txBody>
      </p:sp>
    </p:spTree>
    <p:extLst>
      <p:ext uri="{BB962C8B-B14F-4D97-AF65-F5344CB8AC3E}">
        <p14:creationId xmlns:p14="http://schemas.microsoft.com/office/powerpoint/2010/main" val="1240930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2F9211-0D23-7BF7-1A17-34678CD13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03" y="703761"/>
            <a:ext cx="9800169" cy="58221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67884D-2A50-92A4-E9FE-565F89C7C20F}"/>
              </a:ext>
            </a:extLst>
          </p:cNvPr>
          <p:cNvSpPr txBox="1"/>
          <p:nvPr/>
        </p:nvSpPr>
        <p:spPr>
          <a:xfrm>
            <a:off x="1084403" y="279968"/>
            <a:ext cx="6174058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Arial"/>
              </a:rPr>
              <a:t>fls: list directory entries in the file system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91C214A-1043-B457-DAB7-F69233F1219E}"/>
                  </a:ext>
                </a:extLst>
              </p14:cNvPr>
              <p14:cNvContentPartPr/>
              <p14:nvPr/>
            </p14:nvContentPartPr>
            <p14:xfrm>
              <a:off x="5687861" y="1194190"/>
              <a:ext cx="486720" cy="2192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91C214A-1043-B457-DAB7-F69233F121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81741" y="1188070"/>
                <a:ext cx="498960" cy="220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61A0F343-9117-FD11-95D8-06430950C330}"/>
              </a:ext>
            </a:extLst>
          </p:cNvPr>
          <p:cNvGrpSpPr/>
          <p:nvPr/>
        </p:nvGrpSpPr>
        <p:grpSpPr>
          <a:xfrm>
            <a:off x="5776421" y="1157830"/>
            <a:ext cx="144360" cy="127440"/>
            <a:chOff x="5776421" y="1157830"/>
            <a:chExt cx="144360" cy="12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035E9A8-CAFF-6F05-8849-245727FFBEF7}"/>
                    </a:ext>
                  </a:extLst>
                </p14:cNvPr>
                <p14:cNvContentPartPr/>
                <p14:nvPr/>
              </p14:nvContentPartPr>
              <p14:xfrm>
                <a:off x="5776421" y="1157830"/>
                <a:ext cx="12960" cy="127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035E9A8-CAFF-6F05-8849-245727FFBEF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70301" y="1151710"/>
                  <a:ext cx="252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B9D40FC-2056-058F-D0D7-CAAA0735C5CE}"/>
                    </a:ext>
                  </a:extLst>
                </p14:cNvPr>
                <p14:cNvContentPartPr/>
                <p14:nvPr/>
              </p14:nvContentPartPr>
              <p14:xfrm>
                <a:off x="5788661" y="1194190"/>
                <a:ext cx="13212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B9D40FC-2056-058F-D0D7-CAAA0735C5C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782541" y="1188070"/>
                  <a:ext cx="14436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D310412-C288-1619-1D55-868DC141EE35}"/>
                  </a:ext>
                </a:extLst>
              </p14:cNvPr>
              <p14:cNvContentPartPr/>
              <p14:nvPr/>
            </p14:nvContentPartPr>
            <p14:xfrm>
              <a:off x="5692901" y="3237190"/>
              <a:ext cx="148680" cy="160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D310412-C288-1619-1D55-868DC141EE3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86781" y="3231070"/>
                <a:ext cx="160920" cy="17316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2EFB436-6F76-985C-2EC1-1EC3274FCC99}"/>
              </a:ext>
            </a:extLst>
          </p:cNvPr>
          <p:cNvSpPr txBox="1"/>
          <p:nvPr/>
        </p:nvSpPr>
        <p:spPr>
          <a:xfrm>
            <a:off x="6430536" y="2274848"/>
            <a:ext cx="3886943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sz="1800" b="0" dirty="0">
                <a:solidFill>
                  <a:srgbClr val="000000"/>
                </a:solidFill>
                <a:latin typeface="Arial"/>
              </a:rPr>
              <a:t>Key interpretation: allocated vs. deleted entries, directory vs. file entries, and metadata address.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9DE2B3F-A30F-19BD-7145-D19A94F29BD5}"/>
              </a:ext>
            </a:extLst>
          </p:cNvPr>
          <p:cNvGrpSpPr/>
          <p:nvPr/>
        </p:nvGrpSpPr>
        <p:grpSpPr>
          <a:xfrm>
            <a:off x="4084781" y="3082390"/>
            <a:ext cx="1027440" cy="892800"/>
            <a:chOff x="4084781" y="3082390"/>
            <a:chExt cx="1027440" cy="89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2AEA12-6F5B-98B6-3A24-2261BD7A428C}"/>
                    </a:ext>
                  </a:extLst>
                </p14:cNvPr>
                <p14:cNvContentPartPr/>
                <p14:nvPr/>
              </p14:nvContentPartPr>
              <p14:xfrm>
                <a:off x="4084781" y="3597910"/>
                <a:ext cx="1027440" cy="377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2AEA12-6F5B-98B6-3A24-2261BD7A428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078661" y="3591790"/>
                  <a:ext cx="103968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550100D-1F98-0C18-FC60-52063BB7E25A}"/>
                    </a:ext>
                  </a:extLst>
                </p14:cNvPr>
                <p14:cNvContentPartPr/>
                <p14:nvPr/>
              </p14:nvContentPartPr>
              <p14:xfrm>
                <a:off x="4291781" y="3222430"/>
                <a:ext cx="220320" cy="133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550100D-1F98-0C18-FC60-52063BB7E25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85301" y="3216310"/>
                  <a:ext cx="2325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DB1A0BD-2861-1486-79C8-0090A75D128E}"/>
                    </a:ext>
                  </a:extLst>
                </p14:cNvPr>
                <p14:cNvContentPartPr/>
                <p14:nvPr/>
              </p14:nvContentPartPr>
              <p14:xfrm>
                <a:off x="4564301" y="3082390"/>
                <a:ext cx="111600" cy="205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DB1A0BD-2861-1486-79C8-0090A75D128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558181" y="3076270"/>
                  <a:ext cx="1238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5D1C2BB-5915-C256-0B27-84FC3DE4ED77}"/>
                    </a:ext>
                  </a:extLst>
                </p14:cNvPr>
                <p14:cNvContentPartPr/>
                <p14:nvPr/>
              </p14:nvContentPartPr>
              <p14:xfrm>
                <a:off x="4719461" y="3251950"/>
                <a:ext cx="45720" cy="19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5D1C2BB-5915-C256-0B27-84FC3DE4ED7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713341" y="3245830"/>
                  <a:ext cx="579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2A05449-51A1-F6B4-0EAA-991183855AAC}"/>
                    </a:ext>
                  </a:extLst>
                </p14:cNvPr>
                <p14:cNvContentPartPr/>
                <p14:nvPr/>
              </p14:nvContentPartPr>
              <p14:xfrm>
                <a:off x="4789661" y="3192910"/>
                <a:ext cx="48600" cy="276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2A05449-51A1-F6B4-0EAA-991183855AA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783541" y="3186790"/>
                  <a:ext cx="608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2CCB352-AFAF-C63A-D27E-A74DA28B593D}"/>
                    </a:ext>
                  </a:extLst>
                </p14:cNvPr>
                <p14:cNvContentPartPr/>
                <p14:nvPr/>
              </p14:nvContentPartPr>
              <p14:xfrm>
                <a:off x="4955261" y="3117670"/>
                <a:ext cx="111960" cy="82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2CCB352-AFAF-C63A-D27E-A74DA28B593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949141" y="3111550"/>
                  <a:ext cx="1242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C37BEA1-614C-4BDB-C102-3722CB6D9A73}"/>
                    </a:ext>
                  </a:extLst>
                </p14:cNvPr>
                <p14:cNvContentPartPr/>
                <p14:nvPr/>
              </p14:nvContentPartPr>
              <p14:xfrm>
                <a:off x="5066141" y="3347710"/>
                <a:ext cx="9000" cy="4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C37BEA1-614C-4BDB-C102-3722CB6D9A7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60021" y="3341590"/>
                  <a:ext cx="21240" cy="16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35257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D7A951-312C-6C0C-A7FA-2DAF08B81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534" y="2438314"/>
            <a:ext cx="9388654" cy="19813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2BD16F-7AF7-4109-57E0-E201C1D9279A}"/>
              </a:ext>
            </a:extLst>
          </p:cNvPr>
          <p:cNvSpPr txBox="1"/>
          <p:nvPr/>
        </p:nvSpPr>
        <p:spPr>
          <a:xfrm>
            <a:off x="1300534" y="1693132"/>
            <a:ext cx="6174058" cy="646331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Arial"/>
              </a:rPr>
              <a:t>ils: list metadata records in a pipe-delimited format for scanning or scripting.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7800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8655E06-23CF-4633-8249-4CC45A1DCF04}"/>
              </a:ext>
            </a:extLst>
          </p:cNvPr>
          <p:cNvSpPr txBox="1"/>
          <p:nvPr/>
        </p:nvSpPr>
        <p:spPr>
          <a:xfrm>
            <a:off x="1256762" y="656671"/>
            <a:ext cx="6805198" cy="400110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sz="2000" b="0" dirty="0" err="1">
                <a:solidFill>
                  <a:srgbClr val="000000"/>
                </a:solidFill>
                <a:latin typeface="Arial"/>
              </a:rPr>
              <a:t>fls</a:t>
            </a:r>
            <a:r>
              <a:rPr sz="2000" b="0" dirty="0">
                <a:solidFill>
                  <a:srgbClr val="000000"/>
                </a:solidFill>
                <a:latin typeface="Arial"/>
              </a:rPr>
              <a:t> -d: display deleted directory</a:t>
            </a:r>
            <a:r>
              <a:rPr lang="en-US" sz="20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"/>
              </a:rPr>
              <a:t>entries only</a:t>
            </a:r>
            <a:r>
              <a:rPr lang="en-US" sz="2000" b="0" dirty="0">
                <a:solidFill>
                  <a:srgbClr val="000000"/>
                </a:solidFill>
                <a:latin typeface="Arial"/>
              </a:rPr>
              <a:t> (FAT vs MBR)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EDC012-8588-ED20-6EE7-5435D93C6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243" y="1110055"/>
            <a:ext cx="9853514" cy="54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8913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23CEB2-3095-0407-F1C0-FE206E0B9B51}"/>
              </a:ext>
            </a:extLst>
          </p:cNvPr>
          <p:cNvSpPr txBox="1"/>
          <p:nvPr/>
        </p:nvSpPr>
        <p:spPr>
          <a:xfrm>
            <a:off x="1440121" y="707798"/>
            <a:ext cx="6942378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Arial"/>
              </a:rPr>
              <a:t>istat: inspect a metadata record / inode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B87DB5-1407-94B0-D318-1832E7423C83}"/>
              </a:ext>
            </a:extLst>
          </p:cNvPr>
          <p:cNvCxnSpPr/>
          <p:nvPr/>
        </p:nvCxnSpPr>
        <p:spPr>
          <a:xfrm flipH="1">
            <a:off x="2839844" y="2445834"/>
            <a:ext cx="564995" cy="59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D6A1361-D505-C0CE-BB00-2B719D302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91" y="1077130"/>
            <a:ext cx="6462320" cy="41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454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DB0195-3E7E-4849-BBB2-7C07D6320A72}"/>
              </a:ext>
            </a:extLst>
          </p:cNvPr>
          <p:cNvSpPr txBox="1"/>
          <p:nvPr/>
        </p:nvSpPr>
        <p:spPr>
          <a:xfrm>
            <a:off x="1820674" y="2267075"/>
            <a:ext cx="6774059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Arial"/>
              </a:rPr>
              <a:t>icat: recover file content by metadata address, even without using the file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C03B92-6E9D-DB1E-CDE9-BE9B41EE2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674" y="2636407"/>
            <a:ext cx="7224386" cy="120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4880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BA1C1A-FC36-4A96-A17A-09903B431F90}"/>
              </a:ext>
            </a:extLst>
          </p:cNvPr>
          <p:cNvSpPr txBox="1"/>
          <p:nvPr/>
        </p:nvSpPr>
        <p:spPr>
          <a:xfrm>
            <a:off x="917895" y="1760944"/>
            <a:ext cx="7498730" cy="400110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Arial"/>
              </a:rPr>
              <a:t>blkcat: extract raw content from a specified file-system data unit.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22F443-56E9-7167-9689-0A017E95F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0">
                <a:solidFill>
                  <a:srgbClr val="000000"/>
                </a:solidFill>
                <a:latin typeface="Arial"/>
              </a:rPr>
              <a:t>Data Unit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8913FF-3EE0-360B-93FE-358C4D79C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95" y="2130276"/>
            <a:ext cx="7498730" cy="41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612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B913BE-34E7-4501-B98B-E245DA1BC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066" y="0"/>
            <a:ext cx="671003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FDA8C0-4ACF-4535-ADE3-D3D74F51B5AE}"/>
              </a:ext>
            </a:extLst>
          </p:cNvPr>
          <p:cNvSpPr txBox="1"/>
          <p:nvPr/>
        </p:nvSpPr>
        <p:spPr>
          <a:xfrm>
            <a:off x="1151901" y="240535"/>
            <a:ext cx="2991165" cy="646331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rial"/>
              </a:rPr>
              <a:t>blkcat + hex view: inspect raw data-unit bytes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DC0F1B-70F5-43B7-B1BE-ACEDED61D42B}"/>
              </a:ext>
            </a:extLst>
          </p:cNvPr>
          <p:cNvSpPr txBox="1"/>
          <p:nvPr/>
        </p:nvSpPr>
        <p:spPr>
          <a:xfrm>
            <a:off x="1133844" y="2331720"/>
            <a:ext cx="3009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rial"/>
              </a:rPr>
              <a:t>Question: what is the maximum offset within a 512-byte sector?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3F248E-FD95-4A8E-A441-EAFAC3DF36CD}"/>
              </a:ext>
            </a:extLst>
          </p:cNvPr>
          <p:cNvSpPr txBox="1"/>
          <p:nvPr/>
        </p:nvSpPr>
        <p:spPr>
          <a:xfrm>
            <a:off x="998220" y="5393174"/>
            <a:ext cx="2819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rial"/>
              </a:rPr>
              <a:t>echo "$((16#1ff))"  # 0x1ff = 511; offsets 0–511 are 512 bytes total</a:t>
            </a:r>
          </a:p>
        </p:txBody>
      </p:sp>
    </p:spTree>
    <p:extLst>
      <p:ext uri="{BB962C8B-B14F-4D97-AF65-F5344CB8AC3E}">
        <p14:creationId xmlns:p14="http://schemas.microsoft.com/office/powerpoint/2010/main" val="21093134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9734BB-268E-407D-A4BB-88478C057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47661"/>
            <a:ext cx="6713802" cy="4366638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D41179B-A5B8-4A8B-82E6-634D7C55E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0">
                <a:solidFill>
                  <a:srgbClr val="000000"/>
                </a:solidFill>
                <a:latin typeface="Arial"/>
              </a:rPr>
              <a:t>A file may occupy multiple data units</a:t>
            </a:r>
          </a:p>
        </p:txBody>
      </p:sp>
    </p:spTree>
    <p:extLst>
      <p:ext uri="{BB962C8B-B14F-4D97-AF65-F5344CB8AC3E}">
        <p14:creationId xmlns:p14="http://schemas.microsoft.com/office/powerpoint/2010/main" val="39591499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472F0D3-10D1-5DD6-AF98-71820A156FD1}"/>
              </a:ext>
            </a:extLst>
          </p:cNvPr>
          <p:cNvSpPr txBox="1"/>
          <p:nvPr/>
        </p:nvSpPr>
        <p:spPr>
          <a:xfrm>
            <a:off x="1443686" y="935316"/>
            <a:ext cx="6496353" cy="707886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sz="2000" b="0" dirty="0">
                <a:solidFill>
                  <a:srgbClr val="000000"/>
                </a:solidFill>
                <a:latin typeface="Arial"/>
              </a:rPr>
              <a:t>Example: </a:t>
            </a:r>
            <a:r>
              <a:rPr sz="2000" b="0" dirty="0" err="1">
                <a:solidFill>
                  <a:srgbClr val="000000"/>
                </a:solidFill>
                <a:latin typeface="Arial"/>
              </a:rPr>
              <a:t>blkcat</a:t>
            </a:r>
            <a:r>
              <a:rPr sz="2000" b="0" dirty="0">
                <a:solidFill>
                  <a:srgbClr val="000000"/>
                </a:solidFill>
                <a:latin typeface="Arial"/>
              </a:rPr>
              <a:t> reads 27 consecutive blocks starting at block 287.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452CE1-67DE-7F49-52BD-966E52E78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687" y="1643202"/>
            <a:ext cx="6988146" cy="459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5126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CC78D-0597-49CF-AFF5-0CE633832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0">
                <a:solidFill>
                  <a:srgbClr val="000000"/>
                </a:solidFill>
                <a:latin typeface="Arial"/>
              </a:rPr>
              <a:t>Mounting a Disk Image Read-Only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8E34B-BBBB-4F44-A78F-DEF9A129A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400" b="0" dirty="0">
                <a:solidFill>
                  <a:srgbClr val="000000"/>
                </a:solidFill>
                <a:latin typeface="Arial"/>
              </a:rPr>
              <a:t>Mount only after you understand the evidence structure, and keep the image read-only to avoid changing evidence.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2218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C619B0-9079-4650-9006-31C5CE676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250" y="650983"/>
            <a:ext cx="9723963" cy="41761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253D44-5E12-B179-D39E-E0FAD4F6609D}"/>
              </a:ext>
            </a:extLst>
          </p:cNvPr>
          <p:cNvSpPr txBox="1"/>
          <p:nvPr/>
        </p:nvSpPr>
        <p:spPr>
          <a:xfrm>
            <a:off x="1176250" y="5018297"/>
            <a:ext cx="9937866" cy="132343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</a:rPr>
              <a:t>-partscan: scan the image partition table and create loop devices for detected partitions.</a:t>
            </a:r>
          </a:p>
          <a:p>
            <a:pPr algn="l">
              <a:defRPr sz="1800" b="0">
                <a:solidFill>
                  <a:srgbClr val="000000"/>
                </a:solidFill>
                <a:latin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</a:rPr>
              <a:t>--find: use the first available loop device.</a:t>
            </a:r>
          </a:p>
          <a:p>
            <a:pPr algn="l">
              <a:defRPr sz="1800" b="0">
                <a:solidFill>
                  <a:srgbClr val="000000"/>
                </a:solidFill>
                <a:latin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</a:rPr>
              <a:t>--show: print the loop device path so later commands can reference it.</a:t>
            </a:r>
          </a:p>
          <a:p>
            <a:pPr algn="l">
              <a:defRPr sz="1800" b="0">
                <a:solidFill>
                  <a:srgbClr val="000000"/>
                </a:solidFill>
                <a:latin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</a:rPr>
              <a:t>--read-only: protect the evidence image from accidental writes.</a:t>
            </a:r>
          </a:p>
        </p:txBody>
      </p:sp>
    </p:spTree>
    <p:extLst>
      <p:ext uri="{BB962C8B-B14F-4D97-AF65-F5344CB8AC3E}">
        <p14:creationId xmlns:p14="http://schemas.microsoft.com/office/powerpoint/2010/main" val="1258463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C525D1-DDC8-4391-BE00-7DE62BA68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956" y="1794572"/>
            <a:ext cx="6317527" cy="37188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18E83C-2A6C-4713-9B6A-32391EF33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95" y="2178844"/>
            <a:ext cx="1729890" cy="14403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55AAF9-CC7D-46D7-B586-BE4C189C0A85}"/>
              </a:ext>
            </a:extLst>
          </p:cNvPr>
          <p:cNvSpPr txBox="1"/>
          <p:nvPr/>
        </p:nvSpPr>
        <p:spPr>
          <a:xfrm>
            <a:off x="3735674" y="1425240"/>
            <a:ext cx="4204366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sz="1800" b="0" dirty="0">
                <a:solidFill>
                  <a:srgbClr val="000000"/>
                </a:solidFill>
                <a:latin typeface="Arial"/>
              </a:rPr>
              <a:t>2. Inspect mounted content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C5061-E383-4F22-88B0-733481174BB8}"/>
              </a:ext>
            </a:extLst>
          </p:cNvPr>
          <p:cNvSpPr txBox="1"/>
          <p:nvPr/>
        </p:nvSpPr>
        <p:spPr>
          <a:xfrm>
            <a:off x="1169595" y="1425240"/>
            <a:ext cx="1893645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sz="1800" b="0" dirty="0">
                <a:solidFill>
                  <a:srgbClr val="000000"/>
                </a:solidFill>
                <a:latin typeface="Arial"/>
              </a:rPr>
              <a:t>1. Mount the image read-only</a:t>
            </a:r>
          </a:p>
        </p:txBody>
      </p:sp>
    </p:spTree>
    <p:extLst>
      <p:ext uri="{BB962C8B-B14F-4D97-AF65-F5344CB8AC3E}">
        <p14:creationId xmlns:p14="http://schemas.microsoft.com/office/powerpoint/2010/main" val="23818151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293576-E692-495A-BD4C-8A0003C07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893" y="677924"/>
            <a:ext cx="7308213" cy="59136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2AE4BC-A035-4AC8-AD72-EAE6BE2AC761}"/>
              </a:ext>
            </a:extLst>
          </p:cNvPr>
          <p:cNvSpPr txBox="1"/>
          <p:nvPr/>
        </p:nvSpPr>
        <p:spPr>
          <a:xfrm>
            <a:off x="2441893" y="308592"/>
            <a:ext cx="2459712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rial"/>
              </a:rPr>
              <a:t>Verify the mounted path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4E5D52-0C7B-4D1F-9BF2-DAF748163D0C}"/>
              </a:ext>
            </a:extLst>
          </p:cNvPr>
          <p:cNvSpPr txBox="1"/>
          <p:nvPr/>
        </p:nvSpPr>
        <p:spPr>
          <a:xfrm>
            <a:off x="7246620" y="3265408"/>
            <a:ext cx="296087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sz="1600" b="0">
                <a:solidFill>
                  <a:srgbClr val="000000"/>
                </a:solidFill>
                <a:latin typeface="Arial"/>
              </a:rPr>
              <a:t>Replace “student” with your actual Linux username.</a:t>
            </a:r>
          </a:p>
        </p:txBody>
      </p:sp>
    </p:spTree>
    <p:extLst>
      <p:ext uri="{BB962C8B-B14F-4D97-AF65-F5344CB8AC3E}">
        <p14:creationId xmlns:p14="http://schemas.microsoft.com/office/powerpoint/2010/main" val="21882770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4ECE67-F190-40BE-A7D9-4927E17B2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800" y="2064929"/>
            <a:ext cx="7849280" cy="20880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09CDEB-DE82-4701-A565-AEF2747C849E}"/>
              </a:ext>
            </a:extLst>
          </p:cNvPr>
          <p:cNvSpPr txBox="1"/>
          <p:nvPr/>
        </p:nvSpPr>
        <p:spPr>
          <a:xfrm>
            <a:off x="1881800" y="1695597"/>
            <a:ext cx="4442800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sz="1800" b="0" dirty="0">
                <a:solidFill>
                  <a:srgbClr val="000000"/>
                </a:solidFill>
                <a:latin typeface="Arial"/>
              </a:rPr>
              <a:t>Inspect the mounted disk content</a:t>
            </a:r>
          </a:p>
        </p:txBody>
      </p:sp>
    </p:spTree>
    <p:extLst>
      <p:ext uri="{BB962C8B-B14F-4D97-AF65-F5344CB8AC3E}">
        <p14:creationId xmlns:p14="http://schemas.microsoft.com/office/powerpoint/2010/main" val="17639974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86FC99-3F2C-B2A0-A5BE-CF33802F1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594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03F67-5A6F-068A-5801-2467B7B6D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0" dirty="0">
                <a:solidFill>
                  <a:srgbClr val="000000"/>
                </a:solidFill>
                <a:latin typeface="Arial"/>
              </a:rPr>
              <a:t>Assignment Part 1: Deleted File Recovery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30F290-58B9-AAEA-5CCB-C00526F93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29400" cy="4351338"/>
          </a:xfrm>
        </p:spPr>
        <p:txBody>
          <a:bodyPr>
            <a:normAutofit/>
          </a:bodyPr>
          <a:lstStyle/>
          <a:p>
            <a:r>
              <a:rPr lang="en-GB" sz="2200" dirty="0">
                <a:solidFill>
                  <a:srgbClr val="000000"/>
                </a:solidFill>
                <a:latin typeface="Arial"/>
              </a:rPr>
              <a:t>Count deleted files in Ch01InChap01.dd and show supporting evidence.</a:t>
            </a:r>
          </a:p>
          <a:p>
            <a:r>
              <a:rPr lang="en-GB" sz="2200" dirty="0">
                <a:solidFill>
                  <a:srgbClr val="000000"/>
                </a:solidFill>
                <a:latin typeface="Arial"/>
              </a:rPr>
              <a:t>Recover INCOME.XLS with </a:t>
            </a:r>
            <a:r>
              <a:rPr lang="en-GB" sz="2200" dirty="0" err="1">
                <a:solidFill>
                  <a:srgbClr val="000000"/>
                </a:solidFill>
                <a:latin typeface="Arial"/>
              </a:rPr>
              <a:t>icat</a:t>
            </a:r>
            <a:r>
              <a:rPr lang="en-GB" sz="2200" dirty="0">
                <a:solidFill>
                  <a:srgbClr val="000000"/>
                </a:solidFill>
                <a:latin typeface="Arial"/>
              </a:rPr>
              <a:t>; document the metadata address.</a:t>
            </a:r>
          </a:p>
          <a:p>
            <a:r>
              <a:rPr lang="en-GB" sz="2200" dirty="0">
                <a:solidFill>
                  <a:srgbClr val="000000"/>
                </a:solidFill>
                <a:latin typeface="Arial"/>
              </a:rPr>
              <a:t>Recover the same file with </a:t>
            </a:r>
            <a:r>
              <a:rPr lang="en-GB" sz="2200" dirty="0" err="1">
                <a:solidFill>
                  <a:srgbClr val="000000"/>
                </a:solidFill>
                <a:latin typeface="Arial"/>
              </a:rPr>
              <a:t>blkcat</a:t>
            </a:r>
            <a:r>
              <a:rPr lang="en-GB" sz="2200" dirty="0">
                <a:solidFill>
                  <a:srgbClr val="000000"/>
                </a:solidFill>
                <a:latin typeface="Arial"/>
              </a:rPr>
              <a:t>; document the data units.</a:t>
            </a:r>
          </a:p>
          <a:p>
            <a:r>
              <a:rPr lang="en-GB" sz="2200" dirty="0">
                <a:solidFill>
                  <a:srgbClr val="000000"/>
                </a:solidFill>
                <a:latin typeface="Arial"/>
              </a:rPr>
              <a:t>Open or inspect the recovered .</a:t>
            </a:r>
            <a:r>
              <a:rPr lang="en-GB" sz="2200" dirty="0" err="1">
                <a:solidFill>
                  <a:srgbClr val="000000"/>
                </a:solidFill>
                <a:latin typeface="Arial"/>
              </a:rPr>
              <a:t>xls</a:t>
            </a:r>
            <a:r>
              <a:rPr lang="en-GB" sz="2200" dirty="0">
                <a:solidFill>
                  <a:srgbClr val="000000"/>
                </a:solidFill>
                <a:latin typeface="Arial"/>
              </a:rPr>
              <a:t> file and capture the result.</a:t>
            </a:r>
          </a:p>
          <a:p>
            <a:r>
              <a:rPr lang="en-GB" sz="2200" dirty="0">
                <a:solidFill>
                  <a:srgbClr val="000000"/>
                </a:solidFill>
                <a:latin typeface="Arial"/>
              </a:rPr>
              <a:t>Verify that both recovered outputs are equivalent.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622893-6D08-C34E-8936-2BE759A42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540" y="3130004"/>
            <a:ext cx="3923557" cy="255155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0B47A47-AEED-7498-E2EE-970C11C72323}"/>
              </a:ext>
            </a:extLst>
          </p:cNvPr>
          <p:cNvGrpSpPr/>
          <p:nvPr/>
        </p:nvGrpSpPr>
        <p:grpSpPr>
          <a:xfrm>
            <a:off x="6695420" y="3484229"/>
            <a:ext cx="996120" cy="1500480"/>
            <a:chOff x="6949190" y="4945758"/>
            <a:chExt cx="996120" cy="150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4265E64-B5A8-462C-509D-35059D1DB84F}"/>
                    </a:ext>
                  </a:extLst>
                </p14:cNvPr>
                <p14:cNvContentPartPr/>
                <p14:nvPr/>
              </p14:nvContentPartPr>
              <p14:xfrm>
                <a:off x="6949190" y="4945758"/>
                <a:ext cx="940680" cy="1428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4265E64-B5A8-462C-509D-35059D1DB84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40190" y="4936758"/>
                  <a:ext cx="958320" cy="14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653C5C5-4A94-D4A4-3EC0-88ABBD6FA137}"/>
                    </a:ext>
                  </a:extLst>
                </p14:cNvPr>
                <p14:cNvContentPartPr/>
                <p14:nvPr/>
              </p14:nvContentPartPr>
              <p14:xfrm>
                <a:off x="7814270" y="6265518"/>
                <a:ext cx="131040" cy="180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653C5C5-4A94-D4A4-3EC0-88ABBD6FA1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805630" y="6256518"/>
                  <a:ext cx="148680" cy="19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675815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C0F097-7109-4F29-88C2-FD56C88EE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0">
                <a:solidFill>
                  <a:srgbClr val="000000"/>
                </a:solidFill>
                <a:latin typeface="Arial"/>
              </a:rPr>
              <a:t>Assignment Part 2: Explore One New TSK Command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94543E-EB57-4939-A8DE-34C9821FC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45720" tIns="27432" rIns="45720" bIns="27432">
            <a:normAutofit/>
          </a:bodyPr>
          <a:lstStyle/>
          <a:p>
            <a:pPr marL="0" indent="0" algn="l">
              <a:buNone/>
              <a:defRPr sz="2200" b="0">
                <a:solidFill>
                  <a:srgbClr val="000000"/>
                </a:solidFill>
                <a:latin typeface="Arial"/>
              </a:defRPr>
            </a:pPr>
            <a:r>
              <a:rPr sz="2200" b="0" dirty="0">
                <a:solidFill>
                  <a:srgbClr val="000000"/>
                </a:solidFill>
                <a:latin typeface="Arial"/>
              </a:rPr>
              <a:t>Choose one TSK command not covered in class.</a:t>
            </a:r>
          </a:p>
          <a:p>
            <a:pPr algn="l">
              <a:defRPr sz="2200" b="0">
                <a:solidFill>
                  <a:srgbClr val="000000"/>
                </a:solidFill>
                <a:latin typeface="Arial"/>
              </a:defRPr>
            </a:pPr>
            <a:r>
              <a:rPr sz="2200" b="0" dirty="0">
                <a:solidFill>
                  <a:srgbClr val="000000"/>
                </a:solidFill>
                <a:latin typeface="Arial"/>
              </a:rPr>
              <a:t>Explain its purpose, required inputs, important options, and expected output.</a:t>
            </a:r>
          </a:p>
          <a:p>
            <a:pPr algn="l">
              <a:defRPr sz="2200" b="0">
                <a:solidFill>
                  <a:srgbClr val="000000"/>
                </a:solidFill>
                <a:latin typeface="Arial"/>
              </a:defRPr>
            </a:pPr>
            <a:r>
              <a:rPr sz="2200" b="0" dirty="0">
                <a:solidFill>
                  <a:srgbClr val="000000"/>
                </a:solidFill>
                <a:latin typeface="Arial"/>
              </a:rPr>
              <a:t>Run the command on a provided or self-selected image and capture screenshots.</a:t>
            </a:r>
          </a:p>
          <a:p>
            <a:pPr algn="l">
              <a:defRPr sz="2200" b="0">
                <a:solidFill>
                  <a:srgbClr val="000000"/>
                </a:solidFill>
                <a:latin typeface="Arial"/>
              </a:defRPr>
            </a:pPr>
            <a:r>
              <a:rPr sz="2200" b="0" dirty="0">
                <a:solidFill>
                  <a:srgbClr val="000000"/>
                </a:solidFill>
                <a:latin typeface="Arial"/>
              </a:rPr>
              <a:t>Interpret the result in forensic terms, not just as command output.</a:t>
            </a:r>
          </a:p>
          <a:p>
            <a:pPr algn="l">
              <a:defRPr sz="2200" b="0">
                <a:solidFill>
                  <a:srgbClr val="000000"/>
                </a:solidFill>
                <a:latin typeface="Arial"/>
              </a:defRPr>
            </a:pPr>
            <a:r>
              <a:rPr sz="2200" b="0" dirty="0">
                <a:solidFill>
                  <a:srgbClr val="000000"/>
                </a:solidFill>
                <a:latin typeface="Arial"/>
              </a:rPr>
              <a:t>If you use your own input files, submit those inputs with the report.</a:t>
            </a:r>
          </a:p>
        </p:txBody>
      </p:sp>
    </p:spTree>
    <p:extLst>
      <p:ext uri="{BB962C8B-B14F-4D97-AF65-F5344CB8AC3E}">
        <p14:creationId xmlns:p14="http://schemas.microsoft.com/office/powerpoint/2010/main" val="2003676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16221</TotalTime>
  <Words>1597</Words>
  <Application>Microsoft Office PowerPoint</Application>
  <PresentationFormat>Widescreen</PresentationFormat>
  <Paragraphs>157</Paragraphs>
  <Slides>45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Calibri Light</vt:lpstr>
      <vt:lpstr>Office Theme</vt:lpstr>
      <vt:lpstr>The Sleuth Kit (TSK)</vt:lpstr>
      <vt:lpstr>Learning Objectives</vt:lpstr>
      <vt:lpstr>The Sleuth Kit (TSK) for Investigation</vt:lpstr>
      <vt:lpstr>PowerPoint Presentation</vt:lpstr>
      <vt:lpstr>PowerPoint Presentation</vt:lpstr>
      <vt:lpstr>PowerPoint Presentation</vt:lpstr>
      <vt:lpstr>TSK Architecture Layers</vt:lpstr>
      <vt:lpstr>Storage Management vs. File-System Management</vt:lpstr>
      <vt:lpstr>File-System Layers Used by TSK</vt:lpstr>
      <vt:lpstr>PowerPoint Presentation</vt:lpstr>
      <vt:lpstr>TSK Tool Families</vt:lpstr>
      <vt:lpstr>PowerPoint Presentation</vt:lpstr>
      <vt:lpstr>Why HPA Matters in Forensics</vt:lpstr>
      <vt:lpstr>Core File-System Tools</vt:lpstr>
      <vt:lpstr>Hands-on Scenario: Deleted File Recovery</vt:lpstr>
      <vt:lpstr>Disk Image Level</vt:lpstr>
      <vt:lpstr>PowerPoint Presentation</vt:lpstr>
      <vt:lpstr>PowerPoint Presentation</vt:lpstr>
      <vt:lpstr>FAT Volume Boot Record (VBR) Example</vt:lpstr>
      <vt:lpstr>PowerPoint Presentation</vt:lpstr>
      <vt:lpstr>PowerPoint Presentation</vt:lpstr>
      <vt:lpstr>PowerPoint Presentation</vt:lpstr>
      <vt:lpstr>PowerPoint Presentation</vt:lpstr>
      <vt:lpstr>Volume-System Tools: Partition Level</vt:lpstr>
      <vt:lpstr>PowerPoint Presentation</vt:lpstr>
      <vt:lpstr>PowerPoint Presentation</vt:lpstr>
      <vt:lpstr>File-System Tools: Inside a Partition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Unit Level</vt:lpstr>
      <vt:lpstr>PowerPoint Presentation</vt:lpstr>
      <vt:lpstr>A file may occupy multiple data units</vt:lpstr>
      <vt:lpstr>PowerPoint Presentation</vt:lpstr>
      <vt:lpstr>Mounting a Disk Image Read-Only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Assignment Part 1: Deleted File Recovery</vt:lpstr>
      <vt:lpstr>Assignment Part 2: Explore One New TSK Command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Weifeng Xu</cp:lastModifiedBy>
  <cp:revision>1177</cp:revision>
  <dcterms:created xsi:type="dcterms:W3CDTF">2020-09-14T14:43:27Z</dcterms:created>
  <dcterms:modified xsi:type="dcterms:W3CDTF">2026-09-29T13:00:34Z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f46707a-0714-4b19-9e75-9e86a08e862d_Enabled">
    <vt:lpwstr>true</vt:lpwstr>
  </property>
  <property fmtid="{D5CDD505-2E9C-101B-9397-08002B2CF9AE}" pid="3" name="MSIP_Label_2f46707a-0714-4b19-9e75-9e86a08e862d_SetDate">
    <vt:lpwstr>2022-09-05T12:53:09Z</vt:lpwstr>
  </property>
  <property fmtid="{D5CDD505-2E9C-101B-9397-08002B2CF9AE}" pid="4" name="MSIP_Label_2f46707a-0714-4b19-9e75-9e86a08e862d_Method">
    <vt:lpwstr>Standard</vt:lpwstr>
  </property>
  <property fmtid="{D5CDD505-2E9C-101B-9397-08002B2CF9AE}" pid="5" name="MSIP_Label_2f46707a-0714-4b19-9e75-9e86a08e862d_Name">
    <vt:lpwstr>defa4170-0d19-0005-0004-bc88714345d2</vt:lpwstr>
  </property>
  <property fmtid="{D5CDD505-2E9C-101B-9397-08002B2CF9AE}" pid="6" name="MSIP_Label_2f46707a-0714-4b19-9e75-9e86a08e862d_SiteId">
    <vt:lpwstr>e902b1b3-068c-446e-83b4-e3dfa474e6f9</vt:lpwstr>
  </property>
  <property fmtid="{D5CDD505-2E9C-101B-9397-08002B2CF9AE}" pid="7" name="MSIP_Label_2f46707a-0714-4b19-9e75-9e86a08e862d_ActionId">
    <vt:lpwstr>49028c47-ca4d-4816-93e6-663f42086a9d</vt:lpwstr>
  </property>
  <property fmtid="{D5CDD505-2E9C-101B-9397-08002B2CF9AE}" pid="8" name="MSIP_Label_2f46707a-0714-4b19-9e75-9e86a08e862d_ContentBits">
    <vt:lpwstr>0</vt:lpwstr>
  </property>
</Properties>
</file>